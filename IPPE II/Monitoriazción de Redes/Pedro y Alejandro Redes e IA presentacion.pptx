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268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2D7709-AA53-4549-B7E8-570ACC580C0B}" type="doc">
      <dgm:prSet loTypeId="urn:microsoft.com/office/officeart/2008/layout/VerticalCurv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0E1633A-B4A1-41DF-A4DE-EBCD04FD0E80}">
      <dgm:prSet phldrT="[Texto]" phldr="0"/>
      <dgm:spPr>
        <a:solidFill>
          <a:schemeClr val="accent3"/>
        </a:solidFill>
      </dgm:spPr>
      <dgm:t>
        <a:bodyPr/>
        <a:lstStyle/>
        <a:p>
          <a:r>
            <a:rPr lang="es-ES" dirty="0"/>
            <a:t>EXPLICANDO NUESTRA IDEA</a:t>
          </a:r>
        </a:p>
      </dgm:t>
    </dgm:pt>
    <dgm:pt modelId="{E55052A3-3D71-4AC2-91B6-F883E8F054EA}" type="parTrans" cxnId="{81AA81F8-17DA-4E9F-B200-69D6DD056D62}">
      <dgm:prSet/>
      <dgm:spPr/>
      <dgm:t>
        <a:bodyPr/>
        <a:lstStyle/>
        <a:p>
          <a:endParaRPr lang="es-ES"/>
        </a:p>
      </dgm:t>
    </dgm:pt>
    <dgm:pt modelId="{984DFA30-F9F4-4E30-BBA9-54D7B6A16795}" type="sibTrans" cxnId="{81AA81F8-17DA-4E9F-B200-69D6DD056D62}">
      <dgm:prSet/>
      <dgm:spPr/>
      <dgm:t>
        <a:bodyPr/>
        <a:lstStyle/>
        <a:p>
          <a:endParaRPr lang="es-ES"/>
        </a:p>
      </dgm:t>
    </dgm:pt>
    <dgm:pt modelId="{799CAA94-04A3-4C6A-B540-589F6A9166E5}">
      <dgm:prSet phldrT="[Texto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ES" dirty="0"/>
            <a:t>EVOLUCIÓN DE LAS REDES</a:t>
          </a:r>
        </a:p>
      </dgm:t>
    </dgm:pt>
    <dgm:pt modelId="{FC854FCD-C921-41D8-98A1-9662D985B23A}" type="parTrans" cxnId="{8BF35E1D-3349-47BE-A775-BFCCBB6F1A0E}">
      <dgm:prSet/>
      <dgm:spPr/>
      <dgm:t>
        <a:bodyPr/>
        <a:lstStyle/>
        <a:p>
          <a:endParaRPr lang="es-ES"/>
        </a:p>
      </dgm:t>
    </dgm:pt>
    <dgm:pt modelId="{6ECDCDC8-E2FA-4C78-AC5C-E49C778E9763}" type="sibTrans" cxnId="{8BF35E1D-3349-47BE-A775-BFCCBB6F1A0E}">
      <dgm:prSet/>
      <dgm:spPr/>
      <dgm:t>
        <a:bodyPr/>
        <a:lstStyle/>
        <a:p>
          <a:endParaRPr lang="es-ES"/>
        </a:p>
      </dgm:t>
    </dgm:pt>
    <dgm:pt modelId="{9847C534-0636-44AD-B0D5-7D012B01DFFF}">
      <dgm:prSet phldrT="[Texto]" phldr="0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" dirty="0"/>
            <a:t>APORTACIÓN DE LA IA EN LA MONITORIZACIÓN</a:t>
          </a:r>
        </a:p>
      </dgm:t>
    </dgm:pt>
    <dgm:pt modelId="{25242F86-27D7-4CCA-BEF1-EF7BAF188C7F}" type="parTrans" cxnId="{1A5C726D-173C-4FCC-97DF-327E620833E4}">
      <dgm:prSet/>
      <dgm:spPr/>
      <dgm:t>
        <a:bodyPr/>
        <a:lstStyle/>
        <a:p>
          <a:endParaRPr lang="es-ES"/>
        </a:p>
      </dgm:t>
    </dgm:pt>
    <dgm:pt modelId="{BA763B84-34E5-4991-B843-86817CE44711}" type="sibTrans" cxnId="{1A5C726D-173C-4FCC-97DF-327E620833E4}">
      <dgm:prSet/>
      <dgm:spPr/>
      <dgm:t>
        <a:bodyPr/>
        <a:lstStyle/>
        <a:p>
          <a:endParaRPr lang="es-ES"/>
        </a:p>
      </dgm:t>
    </dgm:pt>
    <dgm:pt modelId="{D5B3C498-FA95-4DBC-B413-5E9A97AB150B}">
      <dgm:prSet phldrT="[Texto]" phldr="0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s-ES"/>
            <a:t>LEAN STARTUP</a:t>
          </a:r>
          <a:endParaRPr lang="es-ES" dirty="0"/>
        </a:p>
      </dgm:t>
    </dgm:pt>
    <dgm:pt modelId="{C38C1DE2-E366-4B12-86B4-0845FE11045F}" type="parTrans" cxnId="{C995F46A-5BAD-4916-8F90-05738105C780}">
      <dgm:prSet/>
      <dgm:spPr/>
      <dgm:t>
        <a:bodyPr/>
        <a:lstStyle/>
        <a:p>
          <a:endParaRPr lang="es-ES"/>
        </a:p>
      </dgm:t>
    </dgm:pt>
    <dgm:pt modelId="{B035B81E-46DC-4E51-BF6B-074DD404B696}" type="sibTrans" cxnId="{C995F46A-5BAD-4916-8F90-05738105C780}">
      <dgm:prSet/>
      <dgm:spPr/>
      <dgm:t>
        <a:bodyPr/>
        <a:lstStyle/>
        <a:p>
          <a:endParaRPr lang="es-ES"/>
        </a:p>
      </dgm:t>
    </dgm:pt>
    <dgm:pt modelId="{59B15BDD-556A-471B-9E9E-FE6D15B72191}">
      <dgm:prSet phldrT="[Texto]" phldr="0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s-ES"/>
            <a:t>ODS Y NUESTRO PROYECTO</a:t>
          </a:r>
          <a:endParaRPr lang="es-ES" dirty="0"/>
        </a:p>
      </dgm:t>
    </dgm:pt>
    <dgm:pt modelId="{6E839241-AE05-44ED-9276-50E5D9165B35}" type="parTrans" cxnId="{11FD0D71-B155-44F9-A9A4-A57EC251BCD4}">
      <dgm:prSet/>
      <dgm:spPr/>
      <dgm:t>
        <a:bodyPr/>
        <a:lstStyle/>
        <a:p>
          <a:endParaRPr lang="es-ES"/>
        </a:p>
      </dgm:t>
    </dgm:pt>
    <dgm:pt modelId="{A9CCF2D8-91FB-49C1-89C6-94DE0F61589E}" type="sibTrans" cxnId="{11FD0D71-B155-44F9-A9A4-A57EC251BCD4}">
      <dgm:prSet/>
      <dgm:spPr/>
      <dgm:t>
        <a:bodyPr/>
        <a:lstStyle/>
        <a:p>
          <a:endParaRPr lang="es-ES"/>
        </a:p>
      </dgm:t>
    </dgm:pt>
    <dgm:pt modelId="{656C6243-C419-48F0-B5F3-F43BB949958E}" type="pres">
      <dgm:prSet presAssocID="{0A2D7709-AA53-4549-B7E8-570ACC580C0B}" presName="Name0" presStyleCnt="0">
        <dgm:presLayoutVars>
          <dgm:chMax val="7"/>
          <dgm:chPref val="7"/>
          <dgm:dir/>
        </dgm:presLayoutVars>
      </dgm:prSet>
      <dgm:spPr/>
    </dgm:pt>
    <dgm:pt modelId="{C8A7AC92-5AA8-4FC3-99D0-9C5BC7FCF6EF}" type="pres">
      <dgm:prSet presAssocID="{0A2D7709-AA53-4549-B7E8-570ACC580C0B}" presName="Name1" presStyleCnt="0"/>
      <dgm:spPr/>
    </dgm:pt>
    <dgm:pt modelId="{19FE0B4C-A710-4C6C-9B04-CD51EC35944B}" type="pres">
      <dgm:prSet presAssocID="{0A2D7709-AA53-4549-B7E8-570ACC580C0B}" presName="cycle" presStyleCnt="0"/>
      <dgm:spPr/>
    </dgm:pt>
    <dgm:pt modelId="{F2A8304B-34D9-4FC2-B7CB-5AD32A26036B}" type="pres">
      <dgm:prSet presAssocID="{0A2D7709-AA53-4549-B7E8-570ACC580C0B}" presName="srcNode" presStyleLbl="node1" presStyleIdx="0" presStyleCnt="5"/>
      <dgm:spPr/>
    </dgm:pt>
    <dgm:pt modelId="{897A7766-9092-4B0F-BE5E-077F0B6FB0BB}" type="pres">
      <dgm:prSet presAssocID="{0A2D7709-AA53-4549-B7E8-570ACC580C0B}" presName="conn" presStyleLbl="parChTrans1D2" presStyleIdx="0" presStyleCnt="1"/>
      <dgm:spPr/>
    </dgm:pt>
    <dgm:pt modelId="{0BC0A416-34CA-4F64-AA22-29B92AED1C29}" type="pres">
      <dgm:prSet presAssocID="{0A2D7709-AA53-4549-B7E8-570ACC580C0B}" presName="extraNode" presStyleLbl="node1" presStyleIdx="0" presStyleCnt="5"/>
      <dgm:spPr/>
    </dgm:pt>
    <dgm:pt modelId="{988AB290-70C4-4590-BE84-1CD9272DDEC2}" type="pres">
      <dgm:prSet presAssocID="{0A2D7709-AA53-4549-B7E8-570ACC580C0B}" presName="dstNode" presStyleLbl="node1" presStyleIdx="0" presStyleCnt="5"/>
      <dgm:spPr/>
    </dgm:pt>
    <dgm:pt modelId="{7616F4DD-CE9B-402B-9708-EC7EB001F638}" type="pres">
      <dgm:prSet presAssocID="{40E1633A-B4A1-41DF-A4DE-EBCD04FD0E80}" presName="text_1" presStyleLbl="node1" presStyleIdx="0" presStyleCnt="5">
        <dgm:presLayoutVars>
          <dgm:bulletEnabled val="1"/>
        </dgm:presLayoutVars>
      </dgm:prSet>
      <dgm:spPr/>
    </dgm:pt>
    <dgm:pt modelId="{DFB595E1-A187-43BF-9BD2-589A46C18DB7}" type="pres">
      <dgm:prSet presAssocID="{40E1633A-B4A1-41DF-A4DE-EBCD04FD0E80}" presName="accent_1" presStyleCnt="0"/>
      <dgm:spPr/>
    </dgm:pt>
    <dgm:pt modelId="{1E4970BC-12F5-4ADE-9ADE-8FAD3E48114F}" type="pres">
      <dgm:prSet presAssocID="{40E1633A-B4A1-41DF-A4DE-EBCD04FD0E80}" presName="accentRepeatNode" presStyleLbl="solidFgAcc1" presStyleIdx="0" presStyleCnt="5"/>
      <dgm:spPr>
        <a:solidFill>
          <a:schemeClr val="accent3"/>
        </a:solidFill>
      </dgm:spPr>
    </dgm:pt>
    <dgm:pt modelId="{03FF732A-0203-41B9-8ADC-3BC3970FB75C}" type="pres">
      <dgm:prSet presAssocID="{799CAA94-04A3-4C6A-B540-589F6A9166E5}" presName="text_2" presStyleLbl="node1" presStyleIdx="1" presStyleCnt="5">
        <dgm:presLayoutVars>
          <dgm:bulletEnabled val="1"/>
        </dgm:presLayoutVars>
      </dgm:prSet>
      <dgm:spPr/>
    </dgm:pt>
    <dgm:pt modelId="{59200B18-D29E-4C1A-8F0A-80C7C716666E}" type="pres">
      <dgm:prSet presAssocID="{799CAA94-04A3-4C6A-B540-589F6A9166E5}" presName="accent_2" presStyleCnt="0"/>
      <dgm:spPr/>
    </dgm:pt>
    <dgm:pt modelId="{49B0C728-BAEE-443F-83E7-7AEE78B16374}" type="pres">
      <dgm:prSet presAssocID="{799CAA94-04A3-4C6A-B540-589F6A9166E5}" presName="accentRepeatNode" presStyleLbl="solidFgAcc1" presStyleIdx="1" presStyleCnt="5"/>
      <dgm:spPr>
        <a:solidFill>
          <a:schemeClr val="accent2">
            <a:lumMod val="40000"/>
            <a:lumOff val="60000"/>
          </a:schemeClr>
        </a:solidFill>
      </dgm:spPr>
    </dgm:pt>
    <dgm:pt modelId="{78A6D787-BEF4-4980-9C20-CFD15854F9F9}" type="pres">
      <dgm:prSet presAssocID="{9847C534-0636-44AD-B0D5-7D012B01DFFF}" presName="text_3" presStyleLbl="node1" presStyleIdx="2" presStyleCnt="5">
        <dgm:presLayoutVars>
          <dgm:bulletEnabled val="1"/>
        </dgm:presLayoutVars>
      </dgm:prSet>
      <dgm:spPr/>
    </dgm:pt>
    <dgm:pt modelId="{01DC04E2-F4EB-4B93-BCD8-1FD7E95FC8F2}" type="pres">
      <dgm:prSet presAssocID="{9847C534-0636-44AD-B0D5-7D012B01DFFF}" presName="accent_3" presStyleCnt="0"/>
      <dgm:spPr/>
    </dgm:pt>
    <dgm:pt modelId="{EF91EDC1-24F0-4A18-A45A-CE18715FD802}" type="pres">
      <dgm:prSet presAssocID="{9847C534-0636-44AD-B0D5-7D012B01DFFF}" presName="accentRepeatNode" presStyleLbl="solidFgAcc1" presStyleIdx="2" presStyleCnt="5"/>
      <dgm:spPr>
        <a:solidFill>
          <a:schemeClr val="accent1">
            <a:lumMod val="40000"/>
            <a:lumOff val="60000"/>
          </a:schemeClr>
        </a:solidFill>
      </dgm:spPr>
    </dgm:pt>
    <dgm:pt modelId="{12427F55-2132-4037-8AC7-C4560A0BB1E9}" type="pres">
      <dgm:prSet presAssocID="{D5B3C498-FA95-4DBC-B413-5E9A97AB150B}" presName="text_4" presStyleLbl="node1" presStyleIdx="3" presStyleCnt="5">
        <dgm:presLayoutVars>
          <dgm:bulletEnabled val="1"/>
        </dgm:presLayoutVars>
      </dgm:prSet>
      <dgm:spPr/>
    </dgm:pt>
    <dgm:pt modelId="{147B90A0-198C-4611-808F-A7ABE126AECF}" type="pres">
      <dgm:prSet presAssocID="{D5B3C498-FA95-4DBC-B413-5E9A97AB150B}" presName="accent_4" presStyleCnt="0"/>
      <dgm:spPr/>
    </dgm:pt>
    <dgm:pt modelId="{69C0C7FC-736C-4E9C-AE46-F2741B0BEFDD}" type="pres">
      <dgm:prSet presAssocID="{D5B3C498-FA95-4DBC-B413-5E9A97AB150B}" presName="accentRepeatNode" presStyleLbl="solidFgAcc1" presStyleIdx="3" presStyleCnt="5"/>
      <dgm:spPr>
        <a:solidFill>
          <a:schemeClr val="accent4">
            <a:lumMod val="40000"/>
            <a:lumOff val="60000"/>
          </a:schemeClr>
        </a:solidFill>
      </dgm:spPr>
    </dgm:pt>
    <dgm:pt modelId="{1E9E7F9E-8A3E-4D6F-991C-D6438744AD85}" type="pres">
      <dgm:prSet presAssocID="{59B15BDD-556A-471B-9E9E-FE6D15B72191}" presName="text_5" presStyleLbl="node1" presStyleIdx="4" presStyleCnt="5">
        <dgm:presLayoutVars>
          <dgm:bulletEnabled val="1"/>
        </dgm:presLayoutVars>
      </dgm:prSet>
      <dgm:spPr/>
    </dgm:pt>
    <dgm:pt modelId="{6B47D747-C86A-40CC-8FE4-0B4476C9DE0A}" type="pres">
      <dgm:prSet presAssocID="{59B15BDD-556A-471B-9E9E-FE6D15B72191}" presName="accent_5" presStyleCnt="0"/>
      <dgm:spPr/>
    </dgm:pt>
    <dgm:pt modelId="{33B6BE4B-5F89-4FCF-93F6-CCFED185926B}" type="pres">
      <dgm:prSet presAssocID="{59B15BDD-556A-471B-9E9E-FE6D15B72191}" presName="accentRepeatNode" presStyleLbl="solidFgAcc1" presStyleIdx="4" presStyleCnt="5"/>
      <dgm:spPr>
        <a:solidFill>
          <a:schemeClr val="bg1">
            <a:lumMod val="85000"/>
          </a:schemeClr>
        </a:solidFill>
      </dgm:spPr>
    </dgm:pt>
  </dgm:ptLst>
  <dgm:cxnLst>
    <dgm:cxn modelId="{6460F600-6834-4DFC-B240-943442B0AE52}" type="presOf" srcId="{9847C534-0636-44AD-B0D5-7D012B01DFFF}" destId="{78A6D787-BEF4-4980-9C20-CFD15854F9F9}" srcOrd="0" destOrd="0" presId="urn:microsoft.com/office/officeart/2008/layout/VerticalCurvedList"/>
    <dgm:cxn modelId="{8BF35E1D-3349-47BE-A775-BFCCBB6F1A0E}" srcId="{0A2D7709-AA53-4549-B7E8-570ACC580C0B}" destId="{799CAA94-04A3-4C6A-B540-589F6A9166E5}" srcOrd="1" destOrd="0" parTransId="{FC854FCD-C921-41D8-98A1-9662D985B23A}" sibTransId="{6ECDCDC8-E2FA-4C78-AC5C-E49C778E9763}"/>
    <dgm:cxn modelId="{B0C7D120-C3BC-4B18-8A12-15B099600BE0}" type="presOf" srcId="{D5B3C498-FA95-4DBC-B413-5E9A97AB150B}" destId="{12427F55-2132-4037-8AC7-C4560A0BB1E9}" srcOrd="0" destOrd="0" presId="urn:microsoft.com/office/officeart/2008/layout/VerticalCurvedList"/>
    <dgm:cxn modelId="{C995F46A-5BAD-4916-8F90-05738105C780}" srcId="{0A2D7709-AA53-4549-B7E8-570ACC580C0B}" destId="{D5B3C498-FA95-4DBC-B413-5E9A97AB150B}" srcOrd="3" destOrd="0" parTransId="{C38C1DE2-E366-4B12-86B4-0845FE11045F}" sibTransId="{B035B81E-46DC-4E51-BF6B-074DD404B696}"/>
    <dgm:cxn modelId="{1A5C726D-173C-4FCC-97DF-327E620833E4}" srcId="{0A2D7709-AA53-4549-B7E8-570ACC580C0B}" destId="{9847C534-0636-44AD-B0D5-7D012B01DFFF}" srcOrd="2" destOrd="0" parTransId="{25242F86-27D7-4CCA-BEF1-EF7BAF188C7F}" sibTransId="{BA763B84-34E5-4991-B843-86817CE44711}"/>
    <dgm:cxn modelId="{11FD0D71-B155-44F9-A9A4-A57EC251BCD4}" srcId="{0A2D7709-AA53-4549-B7E8-570ACC580C0B}" destId="{59B15BDD-556A-471B-9E9E-FE6D15B72191}" srcOrd="4" destOrd="0" parTransId="{6E839241-AE05-44ED-9276-50E5D9165B35}" sibTransId="{A9CCF2D8-91FB-49C1-89C6-94DE0F61589E}"/>
    <dgm:cxn modelId="{6737CD53-B691-4B66-9C52-A4E44C036979}" type="presOf" srcId="{984DFA30-F9F4-4E30-BBA9-54D7B6A16795}" destId="{897A7766-9092-4B0F-BE5E-077F0B6FB0BB}" srcOrd="0" destOrd="0" presId="urn:microsoft.com/office/officeart/2008/layout/VerticalCurvedList"/>
    <dgm:cxn modelId="{A87E0A7E-4FD3-4537-9B44-62AC135186C6}" type="presOf" srcId="{0A2D7709-AA53-4549-B7E8-570ACC580C0B}" destId="{656C6243-C419-48F0-B5F3-F43BB949958E}" srcOrd="0" destOrd="0" presId="urn:microsoft.com/office/officeart/2008/layout/VerticalCurvedList"/>
    <dgm:cxn modelId="{6E13F9A0-EB66-4BC2-976F-1E6FDE1FE630}" type="presOf" srcId="{59B15BDD-556A-471B-9E9E-FE6D15B72191}" destId="{1E9E7F9E-8A3E-4D6F-991C-D6438744AD85}" srcOrd="0" destOrd="0" presId="urn:microsoft.com/office/officeart/2008/layout/VerticalCurvedList"/>
    <dgm:cxn modelId="{87209DCB-5258-4BCD-8F9B-B812C12B431A}" type="presOf" srcId="{40E1633A-B4A1-41DF-A4DE-EBCD04FD0E80}" destId="{7616F4DD-CE9B-402B-9708-EC7EB001F638}" srcOrd="0" destOrd="0" presId="urn:microsoft.com/office/officeart/2008/layout/VerticalCurvedList"/>
    <dgm:cxn modelId="{52D671E9-7B0F-4556-8779-6D0E6FB4EFEF}" type="presOf" srcId="{799CAA94-04A3-4C6A-B540-589F6A9166E5}" destId="{03FF732A-0203-41B9-8ADC-3BC3970FB75C}" srcOrd="0" destOrd="0" presId="urn:microsoft.com/office/officeart/2008/layout/VerticalCurvedList"/>
    <dgm:cxn modelId="{81AA81F8-17DA-4E9F-B200-69D6DD056D62}" srcId="{0A2D7709-AA53-4549-B7E8-570ACC580C0B}" destId="{40E1633A-B4A1-41DF-A4DE-EBCD04FD0E80}" srcOrd="0" destOrd="0" parTransId="{E55052A3-3D71-4AC2-91B6-F883E8F054EA}" sibTransId="{984DFA30-F9F4-4E30-BBA9-54D7B6A16795}"/>
    <dgm:cxn modelId="{4C288F5E-3302-4BE1-9776-4246F489139D}" type="presParOf" srcId="{656C6243-C419-48F0-B5F3-F43BB949958E}" destId="{C8A7AC92-5AA8-4FC3-99D0-9C5BC7FCF6EF}" srcOrd="0" destOrd="0" presId="urn:microsoft.com/office/officeart/2008/layout/VerticalCurvedList"/>
    <dgm:cxn modelId="{7CF227B2-2CD2-4D62-8AF9-4E4623B4A1D5}" type="presParOf" srcId="{C8A7AC92-5AA8-4FC3-99D0-9C5BC7FCF6EF}" destId="{19FE0B4C-A710-4C6C-9B04-CD51EC35944B}" srcOrd="0" destOrd="0" presId="urn:microsoft.com/office/officeart/2008/layout/VerticalCurvedList"/>
    <dgm:cxn modelId="{9898C9CC-7301-4583-AEE5-B10099B9C37F}" type="presParOf" srcId="{19FE0B4C-A710-4C6C-9B04-CD51EC35944B}" destId="{F2A8304B-34D9-4FC2-B7CB-5AD32A26036B}" srcOrd="0" destOrd="0" presId="urn:microsoft.com/office/officeart/2008/layout/VerticalCurvedList"/>
    <dgm:cxn modelId="{3DB072AC-447D-4E66-A45D-D18A77CA85CA}" type="presParOf" srcId="{19FE0B4C-A710-4C6C-9B04-CD51EC35944B}" destId="{897A7766-9092-4B0F-BE5E-077F0B6FB0BB}" srcOrd="1" destOrd="0" presId="urn:microsoft.com/office/officeart/2008/layout/VerticalCurvedList"/>
    <dgm:cxn modelId="{733CDFDD-874E-46F0-86ED-5E91CC42152B}" type="presParOf" srcId="{19FE0B4C-A710-4C6C-9B04-CD51EC35944B}" destId="{0BC0A416-34CA-4F64-AA22-29B92AED1C29}" srcOrd="2" destOrd="0" presId="urn:microsoft.com/office/officeart/2008/layout/VerticalCurvedList"/>
    <dgm:cxn modelId="{D2CCEB34-F267-4070-9629-0D4ABA1A3391}" type="presParOf" srcId="{19FE0B4C-A710-4C6C-9B04-CD51EC35944B}" destId="{988AB290-70C4-4590-BE84-1CD9272DDEC2}" srcOrd="3" destOrd="0" presId="urn:microsoft.com/office/officeart/2008/layout/VerticalCurvedList"/>
    <dgm:cxn modelId="{B8713E90-8EF8-4DFC-BB6E-DA7D00BA437B}" type="presParOf" srcId="{C8A7AC92-5AA8-4FC3-99D0-9C5BC7FCF6EF}" destId="{7616F4DD-CE9B-402B-9708-EC7EB001F638}" srcOrd="1" destOrd="0" presId="urn:microsoft.com/office/officeart/2008/layout/VerticalCurvedList"/>
    <dgm:cxn modelId="{3F1D15C8-270D-4BE5-A673-07440E14DB0D}" type="presParOf" srcId="{C8A7AC92-5AA8-4FC3-99D0-9C5BC7FCF6EF}" destId="{DFB595E1-A187-43BF-9BD2-589A46C18DB7}" srcOrd="2" destOrd="0" presId="urn:microsoft.com/office/officeart/2008/layout/VerticalCurvedList"/>
    <dgm:cxn modelId="{6C7BA58A-E940-454F-987B-05742E86CE9B}" type="presParOf" srcId="{DFB595E1-A187-43BF-9BD2-589A46C18DB7}" destId="{1E4970BC-12F5-4ADE-9ADE-8FAD3E48114F}" srcOrd="0" destOrd="0" presId="urn:microsoft.com/office/officeart/2008/layout/VerticalCurvedList"/>
    <dgm:cxn modelId="{42529B21-99FE-4464-B5E9-66E7143D0276}" type="presParOf" srcId="{C8A7AC92-5AA8-4FC3-99D0-9C5BC7FCF6EF}" destId="{03FF732A-0203-41B9-8ADC-3BC3970FB75C}" srcOrd="3" destOrd="0" presId="urn:microsoft.com/office/officeart/2008/layout/VerticalCurvedList"/>
    <dgm:cxn modelId="{8465507E-9B8D-4702-977D-8E33F60017BD}" type="presParOf" srcId="{C8A7AC92-5AA8-4FC3-99D0-9C5BC7FCF6EF}" destId="{59200B18-D29E-4C1A-8F0A-80C7C716666E}" srcOrd="4" destOrd="0" presId="urn:microsoft.com/office/officeart/2008/layout/VerticalCurvedList"/>
    <dgm:cxn modelId="{ECFBF515-ED03-4781-8ADC-A88EE7029CB9}" type="presParOf" srcId="{59200B18-D29E-4C1A-8F0A-80C7C716666E}" destId="{49B0C728-BAEE-443F-83E7-7AEE78B16374}" srcOrd="0" destOrd="0" presId="urn:microsoft.com/office/officeart/2008/layout/VerticalCurvedList"/>
    <dgm:cxn modelId="{75787F09-8F35-47EF-AC65-2438F4A8174B}" type="presParOf" srcId="{C8A7AC92-5AA8-4FC3-99D0-9C5BC7FCF6EF}" destId="{78A6D787-BEF4-4980-9C20-CFD15854F9F9}" srcOrd="5" destOrd="0" presId="urn:microsoft.com/office/officeart/2008/layout/VerticalCurvedList"/>
    <dgm:cxn modelId="{B88A9F6D-9D0C-4E3E-9618-D437ABC398F3}" type="presParOf" srcId="{C8A7AC92-5AA8-4FC3-99D0-9C5BC7FCF6EF}" destId="{01DC04E2-F4EB-4B93-BCD8-1FD7E95FC8F2}" srcOrd="6" destOrd="0" presId="urn:microsoft.com/office/officeart/2008/layout/VerticalCurvedList"/>
    <dgm:cxn modelId="{5E7295BC-0855-4137-8010-608395F5DBD5}" type="presParOf" srcId="{01DC04E2-F4EB-4B93-BCD8-1FD7E95FC8F2}" destId="{EF91EDC1-24F0-4A18-A45A-CE18715FD802}" srcOrd="0" destOrd="0" presId="urn:microsoft.com/office/officeart/2008/layout/VerticalCurvedList"/>
    <dgm:cxn modelId="{A478BB6F-C45E-4799-9C93-381492168286}" type="presParOf" srcId="{C8A7AC92-5AA8-4FC3-99D0-9C5BC7FCF6EF}" destId="{12427F55-2132-4037-8AC7-C4560A0BB1E9}" srcOrd="7" destOrd="0" presId="urn:microsoft.com/office/officeart/2008/layout/VerticalCurvedList"/>
    <dgm:cxn modelId="{F2E7015D-3B37-4858-BEE2-B46C98D0E1E1}" type="presParOf" srcId="{C8A7AC92-5AA8-4FC3-99D0-9C5BC7FCF6EF}" destId="{147B90A0-198C-4611-808F-A7ABE126AECF}" srcOrd="8" destOrd="0" presId="urn:microsoft.com/office/officeart/2008/layout/VerticalCurvedList"/>
    <dgm:cxn modelId="{A72E5E96-600E-4612-AB42-2BFF06771B3C}" type="presParOf" srcId="{147B90A0-198C-4611-808F-A7ABE126AECF}" destId="{69C0C7FC-736C-4E9C-AE46-F2741B0BEFDD}" srcOrd="0" destOrd="0" presId="urn:microsoft.com/office/officeart/2008/layout/VerticalCurvedList"/>
    <dgm:cxn modelId="{559B3C22-6572-4C02-9B4C-4F031B30330B}" type="presParOf" srcId="{C8A7AC92-5AA8-4FC3-99D0-9C5BC7FCF6EF}" destId="{1E9E7F9E-8A3E-4D6F-991C-D6438744AD85}" srcOrd="9" destOrd="0" presId="urn:microsoft.com/office/officeart/2008/layout/VerticalCurvedList"/>
    <dgm:cxn modelId="{0D2B1E25-16CC-4D1C-8276-88F1EBEE5726}" type="presParOf" srcId="{C8A7AC92-5AA8-4FC3-99D0-9C5BC7FCF6EF}" destId="{6B47D747-C86A-40CC-8FE4-0B4476C9DE0A}" srcOrd="10" destOrd="0" presId="urn:microsoft.com/office/officeart/2008/layout/VerticalCurvedList"/>
    <dgm:cxn modelId="{1A797012-A443-4D99-9596-E0C46F0C3D9C}" type="presParOf" srcId="{6B47D747-C86A-40CC-8FE4-0B4476C9DE0A}" destId="{33B6BE4B-5F89-4FCF-93F6-CCFED185926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46E9B4-C49D-4FE2-B4BD-31DF672F9FAA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9FD1769-3083-4FD9-9234-076D315990C9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CONCEPTO DE MONITORIZACIÓN CLÁSICO</a:t>
          </a:r>
        </a:p>
      </dgm:t>
    </dgm:pt>
    <dgm:pt modelId="{4BBA399A-14D7-4607-84BE-EA53A819592C}" type="parTrans" cxnId="{6DF01808-D7BC-40EF-AF0F-097370553027}">
      <dgm:prSet/>
      <dgm:spPr/>
      <dgm:t>
        <a:bodyPr/>
        <a:lstStyle/>
        <a:p>
          <a:endParaRPr lang="es-ES"/>
        </a:p>
      </dgm:t>
    </dgm:pt>
    <dgm:pt modelId="{9EE5B25A-2AB8-462E-AC43-9932D3A92AF3}" type="sibTrans" cxnId="{6DF01808-D7BC-40EF-AF0F-097370553027}">
      <dgm:prSet/>
      <dgm:spPr/>
      <dgm:t>
        <a:bodyPr/>
        <a:lstStyle/>
        <a:p>
          <a:endParaRPr lang="es-ES"/>
        </a:p>
      </dgm:t>
    </dgm:pt>
    <dgm:pt modelId="{0839F38E-DF39-40FF-B229-21955D8D359D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REQUIERE GRANDES GRUPOS DE PERSONAS</a:t>
          </a:r>
        </a:p>
        <a:p>
          <a:pPr algn="just"/>
          <a:endParaRPr lang="es-ES" dirty="0">
            <a:solidFill>
              <a:schemeClr val="tx2">
                <a:lumMod val="75000"/>
              </a:schemeClr>
            </a:solidFill>
          </a:endParaRPr>
        </a:p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SE NECESITA GRAN VARIEDAD DE SOFTWARE Y HARDWARE</a:t>
          </a:r>
        </a:p>
        <a:p>
          <a:pPr algn="just"/>
          <a:endParaRPr lang="es-ES" dirty="0">
            <a:solidFill>
              <a:schemeClr val="tx2">
                <a:lumMod val="75000"/>
              </a:schemeClr>
            </a:solidFill>
          </a:endParaRPr>
        </a:p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ES IMPOSIBLE DETECTAR TODOS LOS DATOS Y PAQUETES</a:t>
          </a:r>
        </a:p>
      </dgm:t>
    </dgm:pt>
    <dgm:pt modelId="{FB0735AF-9B31-46A1-B632-DE5F6675F050}" type="parTrans" cxnId="{DC133CA3-9568-479E-AB2B-2EDD6FF3D69B}">
      <dgm:prSet/>
      <dgm:spPr/>
      <dgm:t>
        <a:bodyPr/>
        <a:lstStyle/>
        <a:p>
          <a:endParaRPr lang="es-ES"/>
        </a:p>
      </dgm:t>
    </dgm:pt>
    <dgm:pt modelId="{F07F535A-BDC9-4FAA-9577-7AF8B4ADEE32}" type="sibTrans" cxnId="{DC133CA3-9568-479E-AB2B-2EDD6FF3D69B}">
      <dgm:prSet/>
      <dgm:spPr/>
      <dgm:t>
        <a:bodyPr/>
        <a:lstStyle/>
        <a:p>
          <a:endParaRPr lang="es-ES"/>
        </a:p>
      </dgm:t>
    </dgm:pt>
    <dgm:pt modelId="{0C558CAD-F843-443F-B8D0-FA99186B4341}" type="pres">
      <dgm:prSet presAssocID="{5A46E9B4-C49D-4FE2-B4BD-31DF672F9FAA}" presName="Name0" presStyleCnt="0">
        <dgm:presLayoutVars>
          <dgm:chMax/>
          <dgm:chPref/>
          <dgm:dir/>
          <dgm:animLvl val="lvl"/>
        </dgm:presLayoutVars>
      </dgm:prSet>
      <dgm:spPr/>
    </dgm:pt>
    <dgm:pt modelId="{CA7616D6-AC27-4A8F-966D-A019A5BDA715}" type="pres">
      <dgm:prSet presAssocID="{D9FD1769-3083-4FD9-9234-076D315990C9}" presName="composite" presStyleCnt="0"/>
      <dgm:spPr/>
    </dgm:pt>
    <dgm:pt modelId="{4D86CC6E-4685-4386-96BF-D1C4E6B3290A}" type="pres">
      <dgm:prSet presAssocID="{D9FD1769-3083-4FD9-9234-076D315990C9}" presName="ParentAccentShape" presStyleLbl="trBgShp" presStyleIdx="0" presStyleCnt="2"/>
      <dgm:spPr>
        <a:solidFill>
          <a:schemeClr val="accent3">
            <a:lumMod val="75000"/>
          </a:schemeClr>
        </a:solidFill>
      </dgm:spPr>
    </dgm:pt>
    <dgm:pt modelId="{8C4FD0A5-3315-4267-BE7D-70DAF1EE9F40}" type="pres">
      <dgm:prSet presAssocID="{D9FD1769-3083-4FD9-9234-076D315990C9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E09638BE-9AEA-4947-B4F7-F9657E8420BF}" type="pres">
      <dgm:prSet presAssocID="{D9FD1769-3083-4FD9-9234-076D315990C9}" presName="ChildText" presStyleLbl="revTx" presStyleIdx="1" presStyleCnt="2">
        <dgm:presLayoutVars>
          <dgm:chMax val="0"/>
          <dgm:chPref val="0"/>
        </dgm:presLayoutVars>
      </dgm:prSet>
      <dgm:spPr/>
    </dgm:pt>
    <dgm:pt modelId="{3E80B284-4D05-4245-920A-A8C1A719DEE3}" type="pres">
      <dgm:prSet presAssocID="{D9FD1769-3083-4FD9-9234-076D315990C9}" presName="ChildAccentShape" presStyleLbl="trBgShp" presStyleIdx="1" presStyleCnt="2"/>
      <dgm:spPr>
        <a:solidFill>
          <a:schemeClr val="accent3">
            <a:lumMod val="75000"/>
          </a:schemeClr>
        </a:solidFill>
      </dgm:spPr>
    </dgm:pt>
    <dgm:pt modelId="{EA5CFFBD-281E-44F7-800D-AFAB6BC04307}" type="pres">
      <dgm:prSet presAssocID="{D9FD1769-3083-4FD9-9234-076D315990C9}" presName="Image" presStyleLbl="alignImgPlace1" presStyleIdx="0" presStyleCnt="1" custScaleX="99869" custScaleY="99877"/>
      <dgm:spPr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</dgm:spPr>
    </dgm:pt>
  </dgm:ptLst>
  <dgm:cxnLst>
    <dgm:cxn modelId="{6DF01808-D7BC-40EF-AF0F-097370553027}" srcId="{5A46E9B4-C49D-4FE2-B4BD-31DF672F9FAA}" destId="{D9FD1769-3083-4FD9-9234-076D315990C9}" srcOrd="0" destOrd="0" parTransId="{4BBA399A-14D7-4607-84BE-EA53A819592C}" sibTransId="{9EE5B25A-2AB8-462E-AC43-9932D3A92AF3}"/>
    <dgm:cxn modelId="{2D39EB43-2B9E-4310-A9A8-C40AE7EBE99D}" type="presOf" srcId="{D9FD1769-3083-4FD9-9234-076D315990C9}" destId="{8C4FD0A5-3315-4267-BE7D-70DAF1EE9F40}" srcOrd="0" destOrd="0" presId="urn:microsoft.com/office/officeart/2009/3/layout/SnapshotPictureList"/>
    <dgm:cxn modelId="{69708259-9607-4EB9-B65A-F0CA157CAD82}" type="presOf" srcId="{5A46E9B4-C49D-4FE2-B4BD-31DF672F9FAA}" destId="{0C558CAD-F843-443F-B8D0-FA99186B4341}" srcOrd="0" destOrd="0" presId="urn:microsoft.com/office/officeart/2009/3/layout/SnapshotPictureList"/>
    <dgm:cxn modelId="{25B6D07B-9B43-48C4-922B-20F2F32BC0A9}" type="presOf" srcId="{0839F38E-DF39-40FF-B229-21955D8D359D}" destId="{E09638BE-9AEA-4947-B4F7-F9657E8420BF}" srcOrd="0" destOrd="0" presId="urn:microsoft.com/office/officeart/2009/3/layout/SnapshotPictureList"/>
    <dgm:cxn modelId="{DC133CA3-9568-479E-AB2B-2EDD6FF3D69B}" srcId="{D9FD1769-3083-4FD9-9234-076D315990C9}" destId="{0839F38E-DF39-40FF-B229-21955D8D359D}" srcOrd="0" destOrd="0" parTransId="{FB0735AF-9B31-46A1-B632-DE5F6675F050}" sibTransId="{F07F535A-BDC9-4FAA-9577-7AF8B4ADEE32}"/>
    <dgm:cxn modelId="{F5ACD566-867C-4228-AF1B-568858C24B7B}" type="presParOf" srcId="{0C558CAD-F843-443F-B8D0-FA99186B4341}" destId="{CA7616D6-AC27-4A8F-966D-A019A5BDA715}" srcOrd="0" destOrd="0" presId="urn:microsoft.com/office/officeart/2009/3/layout/SnapshotPictureList"/>
    <dgm:cxn modelId="{07022D12-7E36-4857-A326-4A5D824FD532}" type="presParOf" srcId="{CA7616D6-AC27-4A8F-966D-A019A5BDA715}" destId="{4D86CC6E-4685-4386-96BF-D1C4E6B3290A}" srcOrd="0" destOrd="0" presId="urn:microsoft.com/office/officeart/2009/3/layout/SnapshotPictureList"/>
    <dgm:cxn modelId="{FB6E55DB-03A3-408A-B790-C1526E4AA33D}" type="presParOf" srcId="{CA7616D6-AC27-4A8F-966D-A019A5BDA715}" destId="{8C4FD0A5-3315-4267-BE7D-70DAF1EE9F40}" srcOrd="1" destOrd="0" presId="urn:microsoft.com/office/officeart/2009/3/layout/SnapshotPictureList"/>
    <dgm:cxn modelId="{322CB9B3-27EA-4444-BDE5-8DFA16F28F9D}" type="presParOf" srcId="{CA7616D6-AC27-4A8F-966D-A019A5BDA715}" destId="{E09638BE-9AEA-4947-B4F7-F9657E8420BF}" srcOrd="2" destOrd="0" presId="urn:microsoft.com/office/officeart/2009/3/layout/SnapshotPictureList"/>
    <dgm:cxn modelId="{9CEE0ADE-EBDC-4337-86A4-E6499D6AF30A}" type="presParOf" srcId="{CA7616D6-AC27-4A8F-966D-A019A5BDA715}" destId="{3E80B284-4D05-4245-920A-A8C1A719DEE3}" srcOrd="3" destOrd="0" presId="urn:microsoft.com/office/officeart/2009/3/layout/SnapshotPictureList"/>
    <dgm:cxn modelId="{CDB9B37A-B0C2-4192-A73A-79138F701556}" type="presParOf" srcId="{CA7616D6-AC27-4A8F-966D-A019A5BDA715}" destId="{EA5CFFBD-281E-44F7-800D-AFAB6BC04307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2DEBD0-10D7-453D-A445-1A77F57DB864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3B3AEBF-1B4D-475D-A2AC-0E18895BFF09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NUESTRO MODELO ASISTIDO POR IA</a:t>
          </a:r>
        </a:p>
      </dgm:t>
    </dgm:pt>
    <dgm:pt modelId="{25CDE35B-5204-4EE2-969F-02196491BDB2}" type="parTrans" cxnId="{B5914927-0155-4BAE-8215-2233480C9AE0}">
      <dgm:prSet/>
      <dgm:spPr/>
      <dgm:t>
        <a:bodyPr/>
        <a:lstStyle/>
        <a:p>
          <a:endParaRPr lang="es-ES"/>
        </a:p>
      </dgm:t>
    </dgm:pt>
    <dgm:pt modelId="{3BAD0920-E8B4-40E5-A50F-F8A2170F731C}" type="sibTrans" cxnId="{B5914927-0155-4BAE-8215-2233480C9AE0}">
      <dgm:prSet/>
      <dgm:spPr/>
      <dgm:t>
        <a:bodyPr/>
        <a:lstStyle/>
        <a:p>
          <a:endParaRPr lang="es-ES"/>
        </a:p>
      </dgm:t>
    </dgm:pt>
    <dgm:pt modelId="{10650C6B-66AD-4DB0-BAFA-06FA04456EFE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ANALISIS EFICIENTE</a:t>
          </a:r>
        </a:p>
        <a:p>
          <a:endParaRPr lang="es-ES" dirty="0">
            <a:solidFill>
              <a:schemeClr val="tx2">
                <a:lumMod val="75000"/>
              </a:schemeClr>
            </a:solidFill>
          </a:endParaRPr>
        </a:p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REDUCCIÓN DE HARDWARE</a:t>
          </a:r>
        </a:p>
        <a:p>
          <a:endParaRPr lang="es-ES" dirty="0">
            <a:solidFill>
              <a:schemeClr val="tx2">
                <a:lumMod val="75000"/>
              </a:schemeClr>
            </a:solidFill>
          </a:endParaRPr>
        </a:p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ANALIZA PATRONES Y LO MEJORA</a:t>
          </a:r>
        </a:p>
        <a:p>
          <a:endParaRPr lang="es-ES" dirty="0">
            <a:solidFill>
              <a:schemeClr val="tx2">
                <a:lumMod val="75000"/>
              </a:schemeClr>
            </a:solidFill>
          </a:endParaRPr>
        </a:p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OPTIMIZA TRÁFICO Y RECURSOS</a:t>
          </a:r>
        </a:p>
      </dgm:t>
    </dgm:pt>
    <dgm:pt modelId="{CC8C521D-9ABB-4A8C-9055-DF88A1A22FEE}" type="parTrans" cxnId="{3DA31005-1EF6-44F9-9E0C-497F1F4C6DA7}">
      <dgm:prSet/>
      <dgm:spPr/>
      <dgm:t>
        <a:bodyPr/>
        <a:lstStyle/>
        <a:p>
          <a:endParaRPr lang="es-ES"/>
        </a:p>
      </dgm:t>
    </dgm:pt>
    <dgm:pt modelId="{07220B89-3FA2-4355-855E-AF2031BAADD8}" type="sibTrans" cxnId="{3DA31005-1EF6-44F9-9E0C-497F1F4C6DA7}">
      <dgm:prSet/>
      <dgm:spPr/>
      <dgm:t>
        <a:bodyPr/>
        <a:lstStyle/>
        <a:p>
          <a:endParaRPr lang="es-ES"/>
        </a:p>
      </dgm:t>
    </dgm:pt>
    <dgm:pt modelId="{57975329-DE8C-4ADC-BC6C-BD891A5CB42E}" type="pres">
      <dgm:prSet presAssocID="{E92DEBD0-10D7-453D-A445-1A77F57DB864}" presName="Name0" presStyleCnt="0">
        <dgm:presLayoutVars>
          <dgm:chMax/>
          <dgm:chPref/>
          <dgm:dir/>
          <dgm:animLvl val="lvl"/>
        </dgm:presLayoutVars>
      </dgm:prSet>
      <dgm:spPr/>
    </dgm:pt>
    <dgm:pt modelId="{F030D816-5D6A-4D04-A976-CDDAD25BE321}" type="pres">
      <dgm:prSet presAssocID="{73B3AEBF-1B4D-475D-A2AC-0E18895BFF09}" presName="composite" presStyleCnt="0"/>
      <dgm:spPr/>
    </dgm:pt>
    <dgm:pt modelId="{27AE7F2E-0AE1-401F-9AAA-7315D2FC2486}" type="pres">
      <dgm:prSet presAssocID="{73B3AEBF-1B4D-475D-A2AC-0E18895BFF09}" presName="ParentAccentShape" presStyleLbl="trBgShp" presStyleIdx="0" presStyleCnt="2"/>
      <dgm:spPr>
        <a:solidFill>
          <a:schemeClr val="tx2">
            <a:lumMod val="75000"/>
          </a:schemeClr>
        </a:solidFill>
      </dgm:spPr>
    </dgm:pt>
    <dgm:pt modelId="{53CBF53B-B2E0-4DB4-95C4-167DBC84CCE4}" type="pres">
      <dgm:prSet presAssocID="{73B3AEBF-1B4D-475D-A2AC-0E18895BFF09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07A6AB3E-2031-473B-BDBA-816EC25F03D5}" type="pres">
      <dgm:prSet presAssocID="{73B3AEBF-1B4D-475D-A2AC-0E18895BFF09}" presName="ChildText" presStyleLbl="revTx" presStyleIdx="1" presStyleCnt="2">
        <dgm:presLayoutVars>
          <dgm:chMax val="0"/>
          <dgm:chPref val="0"/>
        </dgm:presLayoutVars>
      </dgm:prSet>
      <dgm:spPr/>
    </dgm:pt>
    <dgm:pt modelId="{C0C4F145-CFE8-4E82-8A65-A43D563B0756}" type="pres">
      <dgm:prSet presAssocID="{73B3AEBF-1B4D-475D-A2AC-0E18895BFF09}" presName="ChildAccentShape" presStyleLbl="trBgShp" presStyleIdx="1" presStyleCnt="2"/>
      <dgm:spPr>
        <a:solidFill>
          <a:schemeClr val="tx2">
            <a:lumMod val="75000"/>
          </a:schemeClr>
        </a:solidFill>
      </dgm:spPr>
    </dgm:pt>
    <dgm:pt modelId="{1F4283E2-B8BF-4B96-A630-A96E0763CC87}" type="pres">
      <dgm:prSet presAssocID="{73B3AEBF-1B4D-475D-A2AC-0E18895BFF09}" presName="Image" presStyleLbl="alignImgPlace1" presStyleIdx="0" presStyleCnt="1"/>
      <dgm:spPr>
        <a:blipFill>
          <a:blip xmlns:r="http://schemas.openxmlformats.org/officeDocument/2006/relationships" r:embed="rId1"/>
          <a:srcRect/>
          <a:stretch>
            <a:fillRect l="-12000" r="-12000"/>
          </a:stretch>
        </a:blipFill>
      </dgm:spPr>
    </dgm:pt>
  </dgm:ptLst>
  <dgm:cxnLst>
    <dgm:cxn modelId="{3DA31005-1EF6-44F9-9E0C-497F1F4C6DA7}" srcId="{73B3AEBF-1B4D-475D-A2AC-0E18895BFF09}" destId="{10650C6B-66AD-4DB0-BAFA-06FA04456EFE}" srcOrd="0" destOrd="0" parTransId="{CC8C521D-9ABB-4A8C-9055-DF88A1A22FEE}" sibTransId="{07220B89-3FA2-4355-855E-AF2031BAADD8}"/>
    <dgm:cxn modelId="{B5914927-0155-4BAE-8215-2233480C9AE0}" srcId="{E92DEBD0-10D7-453D-A445-1A77F57DB864}" destId="{73B3AEBF-1B4D-475D-A2AC-0E18895BFF09}" srcOrd="0" destOrd="0" parTransId="{25CDE35B-5204-4EE2-969F-02196491BDB2}" sibTransId="{3BAD0920-E8B4-40E5-A50F-F8A2170F731C}"/>
    <dgm:cxn modelId="{5709A252-6336-41BF-826C-B1CA916E31DB}" type="presOf" srcId="{73B3AEBF-1B4D-475D-A2AC-0E18895BFF09}" destId="{53CBF53B-B2E0-4DB4-95C4-167DBC84CCE4}" srcOrd="0" destOrd="0" presId="urn:microsoft.com/office/officeart/2009/3/layout/SnapshotPictureList"/>
    <dgm:cxn modelId="{F5EC059D-E1FF-4D9E-833C-D2CB6F41846C}" type="presOf" srcId="{10650C6B-66AD-4DB0-BAFA-06FA04456EFE}" destId="{07A6AB3E-2031-473B-BDBA-816EC25F03D5}" srcOrd="0" destOrd="0" presId="urn:microsoft.com/office/officeart/2009/3/layout/SnapshotPictureList"/>
    <dgm:cxn modelId="{EE6497BE-23A4-4BFD-8800-BC8B60E64A71}" type="presOf" srcId="{E92DEBD0-10D7-453D-A445-1A77F57DB864}" destId="{57975329-DE8C-4ADC-BC6C-BD891A5CB42E}" srcOrd="0" destOrd="0" presId="urn:microsoft.com/office/officeart/2009/3/layout/SnapshotPictureList"/>
    <dgm:cxn modelId="{738C9E16-243F-4A56-BA97-6992BD1C96CA}" type="presParOf" srcId="{57975329-DE8C-4ADC-BC6C-BD891A5CB42E}" destId="{F030D816-5D6A-4D04-A976-CDDAD25BE321}" srcOrd="0" destOrd="0" presId="urn:microsoft.com/office/officeart/2009/3/layout/SnapshotPictureList"/>
    <dgm:cxn modelId="{D2F69B44-F58A-4487-AF0D-C1C72931109D}" type="presParOf" srcId="{F030D816-5D6A-4D04-A976-CDDAD25BE321}" destId="{27AE7F2E-0AE1-401F-9AAA-7315D2FC2486}" srcOrd="0" destOrd="0" presId="urn:microsoft.com/office/officeart/2009/3/layout/SnapshotPictureList"/>
    <dgm:cxn modelId="{43631748-05F7-43BD-8BFF-51ACC125F66B}" type="presParOf" srcId="{F030D816-5D6A-4D04-A976-CDDAD25BE321}" destId="{53CBF53B-B2E0-4DB4-95C4-167DBC84CCE4}" srcOrd="1" destOrd="0" presId="urn:microsoft.com/office/officeart/2009/3/layout/SnapshotPictureList"/>
    <dgm:cxn modelId="{17063C10-C96F-4B6E-A106-26ACDD5FF08F}" type="presParOf" srcId="{F030D816-5D6A-4D04-A976-CDDAD25BE321}" destId="{07A6AB3E-2031-473B-BDBA-816EC25F03D5}" srcOrd="2" destOrd="0" presId="urn:microsoft.com/office/officeart/2009/3/layout/SnapshotPictureList"/>
    <dgm:cxn modelId="{BA4F642E-91E3-42F1-88E6-834F59CCA90F}" type="presParOf" srcId="{F030D816-5D6A-4D04-A976-CDDAD25BE321}" destId="{C0C4F145-CFE8-4E82-8A65-A43D563B0756}" srcOrd="3" destOrd="0" presId="urn:microsoft.com/office/officeart/2009/3/layout/SnapshotPictureList"/>
    <dgm:cxn modelId="{0A51BAE4-578B-47C0-AB2E-FA3E94682528}" type="presParOf" srcId="{F030D816-5D6A-4D04-A976-CDDAD25BE321}" destId="{1F4283E2-B8BF-4B96-A630-A96E0763CC87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382599-496C-4287-9271-14C3EE412480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65A00C5-5F27-4C98-834D-8CAE96BA12D9}">
      <dgm:prSet/>
      <dgm:spPr/>
      <dgm:t>
        <a:bodyPr/>
        <a:lstStyle/>
        <a:p>
          <a:r>
            <a:rPr lang="es-ES" dirty="0"/>
            <a:t>EVOLUCION DE LA RED</a:t>
          </a:r>
        </a:p>
      </dgm:t>
    </dgm:pt>
    <dgm:pt modelId="{A6C0951A-F922-4506-B921-5224006F8575}" type="parTrans" cxnId="{729081C3-EA6E-4CA6-B9EC-84DC7339B66E}">
      <dgm:prSet/>
      <dgm:spPr/>
      <dgm:t>
        <a:bodyPr/>
        <a:lstStyle/>
        <a:p>
          <a:endParaRPr lang="es-ES"/>
        </a:p>
      </dgm:t>
    </dgm:pt>
    <dgm:pt modelId="{DACC1743-8FEC-4DF4-B98C-05D28D1E0AC9}" type="sibTrans" cxnId="{729081C3-EA6E-4CA6-B9EC-84DC7339B66E}">
      <dgm:prSet/>
      <dgm:spPr>
        <a:blipFill>
          <a:blip xmlns:r="http://schemas.openxmlformats.org/officeDocument/2006/relationships" r:embed="rId1"/>
          <a:srcRect/>
          <a:stretch>
            <a:fillRect l="-50000" r="-50000"/>
          </a:stretch>
        </a:blipFill>
      </dgm:spPr>
      <dgm:t>
        <a:bodyPr/>
        <a:lstStyle/>
        <a:p>
          <a:endParaRPr lang="es-ES"/>
        </a:p>
      </dgm:t>
    </dgm:pt>
    <dgm:pt modelId="{BCC625C6-E012-4CD3-ACB2-B803B6C82CB6}">
      <dgm:prSet phldrT="[Texto]" phldr="0"/>
      <dgm:spPr/>
      <dgm:t>
        <a:bodyPr/>
        <a:lstStyle/>
        <a:p>
          <a:r>
            <a:rPr lang="es-ES" dirty="0"/>
            <a:t>INCREMENTAL: REDES WIFI. CAMBIO LA MOVILIDAD Y PORTABILIDAD DE LA RED</a:t>
          </a:r>
        </a:p>
      </dgm:t>
    </dgm:pt>
    <dgm:pt modelId="{F0589342-F577-473B-8CA7-11600457E968}" type="parTrans" cxnId="{83D61496-B27C-41F4-8427-BA817A0E2AAA}">
      <dgm:prSet/>
      <dgm:spPr/>
      <dgm:t>
        <a:bodyPr/>
        <a:lstStyle/>
        <a:p>
          <a:endParaRPr lang="es-ES"/>
        </a:p>
      </dgm:t>
    </dgm:pt>
    <dgm:pt modelId="{20A9E04A-5B46-4B65-8D01-5869F6A8FC81}" type="sibTrans" cxnId="{83D61496-B27C-41F4-8427-BA817A0E2AAA}">
      <dgm:prSet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11787AFB-B994-4436-BD84-D355B1A8DEEA}">
      <dgm:prSet phldrT="[Texto]" phldr="0"/>
      <dgm:spPr/>
      <dgm:t>
        <a:bodyPr/>
        <a:lstStyle/>
        <a:p>
          <a:pPr algn="just"/>
          <a:r>
            <a:rPr lang="es-ES" dirty="0"/>
            <a:t>RADICAL: VIDEOLLAMADAS. AÑADIO LA CAPACIDAD DEL VIDEO A LAS LLAMADAS</a:t>
          </a:r>
        </a:p>
      </dgm:t>
    </dgm:pt>
    <dgm:pt modelId="{3B26395D-5244-4F71-820A-DDC7CB7913C6}" type="parTrans" cxnId="{7F9C9D3B-57CD-4089-A741-F3C60A56B051}">
      <dgm:prSet/>
      <dgm:spPr/>
      <dgm:t>
        <a:bodyPr/>
        <a:lstStyle/>
        <a:p>
          <a:endParaRPr lang="es-ES"/>
        </a:p>
      </dgm:t>
    </dgm:pt>
    <dgm:pt modelId="{C15D55E3-CDA2-41AD-8093-B7D79A000FA7}" type="sibTrans" cxnId="{7F9C9D3B-57CD-4089-A741-F3C60A56B051}">
      <dgm:prSet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96E394C2-227F-4AB2-BA9F-D194499CD8FE}">
      <dgm:prSet phldrT="[Texto]" phldr="0"/>
      <dgm:spPr/>
      <dgm:t>
        <a:bodyPr/>
        <a:lstStyle/>
        <a:p>
          <a:pPr algn="just"/>
          <a:r>
            <a:rPr lang="es-ES" dirty="0"/>
            <a:t>DISRUPTIVA: APARICIÓN DE INTERNET. CAMBIÓ LA FORMA EN LA QUE NOS COMUNICAMOS</a:t>
          </a:r>
        </a:p>
      </dgm:t>
    </dgm:pt>
    <dgm:pt modelId="{FF0EC1D2-A571-4F0F-923C-9C5047F598B0}" type="sibTrans" cxnId="{7DD191D6-2BF5-4380-8D7F-62A647F1A34D}">
      <dgm:prSet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3D47CE78-0953-4D43-B2EB-008FF343ABA9}" type="parTrans" cxnId="{7DD191D6-2BF5-4380-8D7F-62A647F1A34D}">
      <dgm:prSet/>
      <dgm:spPr/>
      <dgm:t>
        <a:bodyPr/>
        <a:lstStyle/>
        <a:p>
          <a:endParaRPr lang="es-ES"/>
        </a:p>
      </dgm:t>
    </dgm:pt>
    <dgm:pt modelId="{BB80214B-F7FB-4081-B90F-16227E404559}" type="pres">
      <dgm:prSet presAssocID="{A1382599-496C-4287-9271-14C3EE412480}" presName="Name0" presStyleCnt="0">
        <dgm:presLayoutVars>
          <dgm:chMax val="7"/>
          <dgm:chPref val="7"/>
          <dgm:dir/>
        </dgm:presLayoutVars>
      </dgm:prSet>
      <dgm:spPr/>
    </dgm:pt>
    <dgm:pt modelId="{D778464D-AA52-4C19-8441-5E96795CD980}" type="pres">
      <dgm:prSet presAssocID="{A1382599-496C-4287-9271-14C3EE412480}" presName="Name1" presStyleCnt="0"/>
      <dgm:spPr/>
    </dgm:pt>
    <dgm:pt modelId="{B8965FF1-E225-425A-B051-BEC836DE08FE}" type="pres">
      <dgm:prSet presAssocID="{DACC1743-8FEC-4DF4-B98C-05D28D1E0AC9}" presName="picture_1" presStyleCnt="0"/>
      <dgm:spPr/>
    </dgm:pt>
    <dgm:pt modelId="{10F72565-2E6C-4BD0-8D55-42D12D36264C}" type="pres">
      <dgm:prSet presAssocID="{DACC1743-8FEC-4DF4-B98C-05D28D1E0AC9}" presName="pictureRepeatNode" presStyleLbl="alignImgPlace1" presStyleIdx="0" presStyleCnt="4" custScaleX="82321"/>
      <dgm:spPr/>
    </dgm:pt>
    <dgm:pt modelId="{5F226347-FA2A-48E5-B636-3A30AB0CF5A9}" type="pres">
      <dgm:prSet presAssocID="{365A00C5-5F27-4C98-834D-8CAE96BA12D9}" presName="text_1" presStyleLbl="node1" presStyleIdx="0" presStyleCnt="0">
        <dgm:presLayoutVars>
          <dgm:bulletEnabled val="1"/>
        </dgm:presLayoutVars>
      </dgm:prSet>
      <dgm:spPr/>
    </dgm:pt>
    <dgm:pt modelId="{6B5C0B50-03BA-4C26-997A-E3C44A447DE4}" type="pres">
      <dgm:prSet presAssocID="{FF0EC1D2-A571-4F0F-923C-9C5047F598B0}" presName="picture_2" presStyleCnt="0"/>
      <dgm:spPr/>
    </dgm:pt>
    <dgm:pt modelId="{09699318-6B30-49B9-BDC4-E8C13638B3E5}" type="pres">
      <dgm:prSet presAssocID="{FF0EC1D2-A571-4F0F-923C-9C5047F598B0}" presName="pictureRepeatNode" presStyleLbl="alignImgPlace1" presStyleIdx="1" presStyleCnt="4" custLinFactNeighborX="-94157" custLinFactNeighborY="-14561"/>
      <dgm:spPr/>
    </dgm:pt>
    <dgm:pt modelId="{8CF7A9AB-F9A1-4E36-9EFB-CA9A227308EA}" type="pres">
      <dgm:prSet presAssocID="{96E394C2-227F-4AB2-BA9F-D194499CD8FE}" presName="line_2" presStyleLbl="parChTrans1D1" presStyleIdx="0" presStyleCnt="3" custFlipVert="1" custSzY="518312" custScaleX="34727"/>
      <dgm:spPr/>
    </dgm:pt>
    <dgm:pt modelId="{2CFCAA48-43B1-4C76-9AC0-93E21BBC68B1}" type="pres">
      <dgm:prSet presAssocID="{96E394C2-227F-4AB2-BA9F-D194499CD8FE}" presName="textparent_2" presStyleLbl="node1" presStyleIdx="0" presStyleCnt="0"/>
      <dgm:spPr/>
    </dgm:pt>
    <dgm:pt modelId="{8941E240-BE6C-469E-B840-811F2C0C4282}" type="pres">
      <dgm:prSet presAssocID="{96E394C2-227F-4AB2-BA9F-D194499CD8FE}" presName="text_2" presStyleLbl="revTx" presStyleIdx="0" presStyleCnt="3" custScaleX="2000000" custScaleY="74084" custLinFactX="-689794" custLinFactNeighborX="-700000" custLinFactNeighborY="-21356">
        <dgm:presLayoutVars>
          <dgm:bulletEnabled val="1"/>
        </dgm:presLayoutVars>
      </dgm:prSet>
      <dgm:spPr/>
    </dgm:pt>
    <dgm:pt modelId="{2E89299F-40CE-4724-B5AF-D6131BDDAD93}" type="pres">
      <dgm:prSet presAssocID="{20A9E04A-5B46-4B65-8D01-5869F6A8FC81}" presName="picture_3" presStyleCnt="0"/>
      <dgm:spPr/>
    </dgm:pt>
    <dgm:pt modelId="{396FB56E-D675-4C5B-B0E5-6112CA3437AC}" type="pres">
      <dgm:prSet presAssocID="{20A9E04A-5B46-4B65-8D01-5869F6A8FC81}" presName="pictureRepeatNode" presStyleLbl="alignImgPlace1" presStyleIdx="2" presStyleCnt="4"/>
      <dgm:spPr/>
    </dgm:pt>
    <dgm:pt modelId="{F65627B1-1175-4CDC-8913-BAD832320BB5}" type="pres">
      <dgm:prSet presAssocID="{BCC625C6-E012-4CD3-ACB2-B803B6C82CB6}" presName="line_3" presStyleLbl="parChTrans1D1" presStyleIdx="1" presStyleCnt="3"/>
      <dgm:spPr/>
    </dgm:pt>
    <dgm:pt modelId="{522B3A16-3F01-4A84-AB10-1048E392AFCD}" type="pres">
      <dgm:prSet presAssocID="{BCC625C6-E012-4CD3-ACB2-B803B6C82CB6}" presName="textparent_3" presStyleLbl="node1" presStyleIdx="0" presStyleCnt="0"/>
      <dgm:spPr/>
    </dgm:pt>
    <dgm:pt modelId="{F834AE4D-7010-47AA-914E-291424833738}" type="pres">
      <dgm:prSet presAssocID="{BCC625C6-E012-4CD3-ACB2-B803B6C82CB6}" presName="text_3" presStyleLbl="revTx" presStyleIdx="1" presStyleCnt="3" custScaleX="244197">
        <dgm:presLayoutVars>
          <dgm:bulletEnabled val="1"/>
        </dgm:presLayoutVars>
      </dgm:prSet>
      <dgm:spPr/>
    </dgm:pt>
    <dgm:pt modelId="{795E7F50-C5D1-4620-96FD-1F09DE4842A3}" type="pres">
      <dgm:prSet presAssocID="{C15D55E3-CDA2-41AD-8093-B7D79A000FA7}" presName="picture_4" presStyleCnt="0"/>
      <dgm:spPr/>
    </dgm:pt>
    <dgm:pt modelId="{39312017-0B16-4296-83E3-7524C867135E}" type="pres">
      <dgm:prSet presAssocID="{C15D55E3-CDA2-41AD-8093-B7D79A000FA7}" presName="pictureRepeatNode" presStyleLbl="alignImgPlace1" presStyleIdx="3" presStyleCnt="4" custLinFactNeighborX="-31062" custLinFactNeighborY="-971"/>
      <dgm:spPr/>
    </dgm:pt>
    <dgm:pt modelId="{4AB3E4E6-60F1-461B-ABA5-4C3913D3BE08}" type="pres">
      <dgm:prSet presAssocID="{11787AFB-B994-4436-BD84-D355B1A8DEEA}" presName="line_4" presStyleLbl="parChTrans1D1" presStyleIdx="2" presStyleCnt="3"/>
      <dgm:spPr/>
    </dgm:pt>
    <dgm:pt modelId="{4263C701-9C04-4F8E-9A22-DEDCBAE5D72F}" type="pres">
      <dgm:prSet presAssocID="{11787AFB-B994-4436-BD84-D355B1A8DEEA}" presName="textparent_4" presStyleLbl="node1" presStyleIdx="0" presStyleCnt="0"/>
      <dgm:spPr/>
    </dgm:pt>
    <dgm:pt modelId="{00AB72B3-4649-48A8-97AC-4C080614D037}" type="pres">
      <dgm:prSet presAssocID="{11787AFB-B994-4436-BD84-D355B1A8DEEA}" presName="text_4" presStyleLbl="revTx" presStyleIdx="2" presStyleCnt="3" custScaleX="137219" custLinFactNeighborX="-27723" custLinFactNeighborY="2912">
        <dgm:presLayoutVars>
          <dgm:bulletEnabled val="1"/>
        </dgm:presLayoutVars>
      </dgm:prSet>
      <dgm:spPr/>
    </dgm:pt>
  </dgm:ptLst>
  <dgm:cxnLst>
    <dgm:cxn modelId="{52677034-D2DA-4F51-AEE5-A486297C12E8}" type="presOf" srcId="{C15D55E3-CDA2-41AD-8093-B7D79A000FA7}" destId="{39312017-0B16-4296-83E3-7524C867135E}" srcOrd="0" destOrd="0" presId="urn:microsoft.com/office/officeart/2008/layout/CircularPictureCallout"/>
    <dgm:cxn modelId="{7F9C9D3B-57CD-4089-A741-F3C60A56B051}" srcId="{A1382599-496C-4287-9271-14C3EE412480}" destId="{11787AFB-B994-4436-BD84-D355B1A8DEEA}" srcOrd="3" destOrd="0" parTransId="{3B26395D-5244-4F71-820A-DDC7CB7913C6}" sibTransId="{C15D55E3-CDA2-41AD-8093-B7D79A000FA7}"/>
    <dgm:cxn modelId="{C7CDB33B-0710-41F3-8F2C-6947CE249B24}" type="presOf" srcId="{BCC625C6-E012-4CD3-ACB2-B803B6C82CB6}" destId="{F834AE4D-7010-47AA-914E-291424833738}" srcOrd="0" destOrd="0" presId="urn:microsoft.com/office/officeart/2008/layout/CircularPictureCallout"/>
    <dgm:cxn modelId="{78AA3F6F-F5B4-4EA5-B16F-D656A6ABBD4F}" type="presOf" srcId="{11787AFB-B994-4436-BD84-D355B1A8DEEA}" destId="{00AB72B3-4649-48A8-97AC-4C080614D037}" srcOrd="0" destOrd="0" presId="urn:microsoft.com/office/officeart/2008/layout/CircularPictureCallout"/>
    <dgm:cxn modelId="{488FC775-3CDA-43D0-9F3D-87CCF5C33F9C}" type="presOf" srcId="{A1382599-496C-4287-9271-14C3EE412480}" destId="{BB80214B-F7FB-4081-B90F-16227E404559}" srcOrd="0" destOrd="0" presId="urn:microsoft.com/office/officeart/2008/layout/CircularPictureCallout"/>
    <dgm:cxn modelId="{2C04FA95-171E-490E-BBC2-695D62FD6A3E}" type="presOf" srcId="{DACC1743-8FEC-4DF4-B98C-05D28D1E0AC9}" destId="{10F72565-2E6C-4BD0-8D55-42D12D36264C}" srcOrd="0" destOrd="0" presId="urn:microsoft.com/office/officeart/2008/layout/CircularPictureCallout"/>
    <dgm:cxn modelId="{83D61496-B27C-41F4-8427-BA817A0E2AAA}" srcId="{A1382599-496C-4287-9271-14C3EE412480}" destId="{BCC625C6-E012-4CD3-ACB2-B803B6C82CB6}" srcOrd="2" destOrd="0" parTransId="{F0589342-F577-473B-8CA7-11600457E968}" sibTransId="{20A9E04A-5B46-4B65-8D01-5869F6A8FC81}"/>
    <dgm:cxn modelId="{5F75C9A2-FE4F-48B5-9EB9-F161595705AE}" type="presOf" srcId="{FF0EC1D2-A571-4F0F-923C-9C5047F598B0}" destId="{09699318-6B30-49B9-BDC4-E8C13638B3E5}" srcOrd="0" destOrd="0" presId="urn:microsoft.com/office/officeart/2008/layout/CircularPictureCallout"/>
    <dgm:cxn modelId="{8D303AB1-F717-476D-8260-D6EC08C775ED}" type="presOf" srcId="{96E394C2-227F-4AB2-BA9F-D194499CD8FE}" destId="{8941E240-BE6C-469E-B840-811F2C0C4282}" srcOrd="0" destOrd="0" presId="urn:microsoft.com/office/officeart/2008/layout/CircularPictureCallout"/>
    <dgm:cxn modelId="{729081C3-EA6E-4CA6-B9EC-84DC7339B66E}" srcId="{A1382599-496C-4287-9271-14C3EE412480}" destId="{365A00C5-5F27-4C98-834D-8CAE96BA12D9}" srcOrd="0" destOrd="0" parTransId="{A6C0951A-F922-4506-B921-5224006F8575}" sibTransId="{DACC1743-8FEC-4DF4-B98C-05D28D1E0AC9}"/>
    <dgm:cxn modelId="{7DD191D6-2BF5-4380-8D7F-62A647F1A34D}" srcId="{A1382599-496C-4287-9271-14C3EE412480}" destId="{96E394C2-227F-4AB2-BA9F-D194499CD8FE}" srcOrd="1" destOrd="0" parTransId="{3D47CE78-0953-4D43-B2EB-008FF343ABA9}" sibTransId="{FF0EC1D2-A571-4F0F-923C-9C5047F598B0}"/>
    <dgm:cxn modelId="{D14CBEE9-413D-46A4-A7C0-69113972D959}" type="presOf" srcId="{20A9E04A-5B46-4B65-8D01-5869F6A8FC81}" destId="{396FB56E-D675-4C5B-B0E5-6112CA3437AC}" srcOrd="0" destOrd="0" presId="urn:microsoft.com/office/officeart/2008/layout/CircularPictureCallout"/>
    <dgm:cxn modelId="{4618F2F9-4629-47AE-941D-BE161742A83A}" type="presOf" srcId="{365A00C5-5F27-4C98-834D-8CAE96BA12D9}" destId="{5F226347-FA2A-48E5-B636-3A30AB0CF5A9}" srcOrd="0" destOrd="0" presId="urn:microsoft.com/office/officeart/2008/layout/CircularPictureCallout"/>
    <dgm:cxn modelId="{55E92712-BB62-49E2-95F2-AC4330576544}" type="presParOf" srcId="{BB80214B-F7FB-4081-B90F-16227E404559}" destId="{D778464D-AA52-4C19-8441-5E96795CD980}" srcOrd="0" destOrd="0" presId="urn:microsoft.com/office/officeart/2008/layout/CircularPictureCallout"/>
    <dgm:cxn modelId="{E36B9A7E-D600-415E-8019-8CAAF757E92D}" type="presParOf" srcId="{D778464D-AA52-4C19-8441-5E96795CD980}" destId="{B8965FF1-E225-425A-B051-BEC836DE08FE}" srcOrd="0" destOrd="0" presId="urn:microsoft.com/office/officeart/2008/layout/CircularPictureCallout"/>
    <dgm:cxn modelId="{D3AA0A21-496E-49C1-93D2-6437B5D6DF21}" type="presParOf" srcId="{B8965FF1-E225-425A-B051-BEC836DE08FE}" destId="{10F72565-2E6C-4BD0-8D55-42D12D36264C}" srcOrd="0" destOrd="0" presId="urn:microsoft.com/office/officeart/2008/layout/CircularPictureCallout"/>
    <dgm:cxn modelId="{6B10FECA-2499-41EA-A9F7-FE8352A1B1F8}" type="presParOf" srcId="{D778464D-AA52-4C19-8441-5E96795CD980}" destId="{5F226347-FA2A-48E5-B636-3A30AB0CF5A9}" srcOrd="1" destOrd="0" presId="urn:microsoft.com/office/officeart/2008/layout/CircularPictureCallout"/>
    <dgm:cxn modelId="{24F343AA-AD3B-4EC2-94D6-1182953C9332}" type="presParOf" srcId="{D778464D-AA52-4C19-8441-5E96795CD980}" destId="{6B5C0B50-03BA-4C26-997A-E3C44A447DE4}" srcOrd="2" destOrd="0" presId="urn:microsoft.com/office/officeart/2008/layout/CircularPictureCallout"/>
    <dgm:cxn modelId="{C06E2467-CEFA-40FD-87F1-64674D903E77}" type="presParOf" srcId="{6B5C0B50-03BA-4C26-997A-E3C44A447DE4}" destId="{09699318-6B30-49B9-BDC4-E8C13638B3E5}" srcOrd="0" destOrd="0" presId="urn:microsoft.com/office/officeart/2008/layout/CircularPictureCallout"/>
    <dgm:cxn modelId="{6FD3D695-7CA9-4398-9DED-2DAB20289BF9}" type="presParOf" srcId="{D778464D-AA52-4C19-8441-5E96795CD980}" destId="{8CF7A9AB-F9A1-4E36-9EFB-CA9A227308EA}" srcOrd="3" destOrd="0" presId="urn:microsoft.com/office/officeart/2008/layout/CircularPictureCallout"/>
    <dgm:cxn modelId="{7236A2D9-02F7-4D2E-9196-AAA1DC7AD21E}" type="presParOf" srcId="{D778464D-AA52-4C19-8441-5E96795CD980}" destId="{2CFCAA48-43B1-4C76-9AC0-93E21BBC68B1}" srcOrd="4" destOrd="0" presId="urn:microsoft.com/office/officeart/2008/layout/CircularPictureCallout"/>
    <dgm:cxn modelId="{E4F581F2-BDE2-4973-9118-AE11AD6FC8AA}" type="presParOf" srcId="{2CFCAA48-43B1-4C76-9AC0-93E21BBC68B1}" destId="{8941E240-BE6C-469E-B840-811F2C0C4282}" srcOrd="0" destOrd="0" presId="urn:microsoft.com/office/officeart/2008/layout/CircularPictureCallout"/>
    <dgm:cxn modelId="{52F3B40A-300D-44CB-9D42-9B5E845BEB22}" type="presParOf" srcId="{D778464D-AA52-4C19-8441-5E96795CD980}" destId="{2E89299F-40CE-4724-B5AF-D6131BDDAD93}" srcOrd="5" destOrd="0" presId="urn:microsoft.com/office/officeart/2008/layout/CircularPictureCallout"/>
    <dgm:cxn modelId="{F4A3DD93-FCCC-4D22-8AA4-796880EF413B}" type="presParOf" srcId="{2E89299F-40CE-4724-B5AF-D6131BDDAD93}" destId="{396FB56E-D675-4C5B-B0E5-6112CA3437AC}" srcOrd="0" destOrd="0" presId="urn:microsoft.com/office/officeart/2008/layout/CircularPictureCallout"/>
    <dgm:cxn modelId="{060167F6-BB17-47DB-BA07-5C036964115A}" type="presParOf" srcId="{D778464D-AA52-4C19-8441-5E96795CD980}" destId="{F65627B1-1175-4CDC-8913-BAD832320BB5}" srcOrd="6" destOrd="0" presId="urn:microsoft.com/office/officeart/2008/layout/CircularPictureCallout"/>
    <dgm:cxn modelId="{753B4A0D-83BA-4B23-891A-6B58CA6556C5}" type="presParOf" srcId="{D778464D-AA52-4C19-8441-5E96795CD980}" destId="{522B3A16-3F01-4A84-AB10-1048E392AFCD}" srcOrd="7" destOrd="0" presId="urn:microsoft.com/office/officeart/2008/layout/CircularPictureCallout"/>
    <dgm:cxn modelId="{0C205509-8E3A-4079-BFBD-3C2BBCCE3B28}" type="presParOf" srcId="{522B3A16-3F01-4A84-AB10-1048E392AFCD}" destId="{F834AE4D-7010-47AA-914E-291424833738}" srcOrd="0" destOrd="0" presId="urn:microsoft.com/office/officeart/2008/layout/CircularPictureCallout"/>
    <dgm:cxn modelId="{8449DF15-D03C-4838-A110-D87CC114484A}" type="presParOf" srcId="{D778464D-AA52-4C19-8441-5E96795CD980}" destId="{795E7F50-C5D1-4620-96FD-1F09DE4842A3}" srcOrd="8" destOrd="0" presId="urn:microsoft.com/office/officeart/2008/layout/CircularPictureCallout"/>
    <dgm:cxn modelId="{1E593AC2-CCAD-489F-82E1-E135AE1CE78A}" type="presParOf" srcId="{795E7F50-C5D1-4620-96FD-1F09DE4842A3}" destId="{39312017-0B16-4296-83E3-7524C867135E}" srcOrd="0" destOrd="0" presId="urn:microsoft.com/office/officeart/2008/layout/CircularPictureCallout"/>
    <dgm:cxn modelId="{42C5E28D-DE4C-4575-97F6-870C01F51588}" type="presParOf" srcId="{D778464D-AA52-4C19-8441-5E96795CD980}" destId="{4AB3E4E6-60F1-461B-ABA5-4C3913D3BE08}" srcOrd="9" destOrd="0" presId="urn:microsoft.com/office/officeart/2008/layout/CircularPictureCallout"/>
    <dgm:cxn modelId="{0CCCBCC5-5BF3-4F08-9AEF-140C0B6998BE}" type="presParOf" srcId="{D778464D-AA52-4C19-8441-5E96795CD980}" destId="{4263C701-9C04-4F8E-9A22-DEDCBAE5D72F}" srcOrd="10" destOrd="0" presId="urn:microsoft.com/office/officeart/2008/layout/CircularPictureCallout"/>
    <dgm:cxn modelId="{90BCFC0B-033A-434A-8028-D87B3D67578A}" type="presParOf" srcId="{4263C701-9C04-4F8E-9A22-DEDCBAE5D72F}" destId="{00AB72B3-4649-48A8-97AC-4C080614D037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32D7ED-BAA4-474D-99D0-8E98F98C66C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0ACE8AA-DC8F-43AC-9483-A41D6BD2F131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NUESTRO PROCESO</a:t>
          </a:r>
        </a:p>
      </dgm:t>
    </dgm:pt>
    <dgm:pt modelId="{92CD613B-A8DE-46CC-BDB8-0F9F31F1BE3A}" type="parTrans" cxnId="{3AF4AA8E-6E14-4BDB-A197-04ABE717EC0C}">
      <dgm:prSet/>
      <dgm:spPr/>
      <dgm:t>
        <a:bodyPr/>
        <a:lstStyle/>
        <a:p>
          <a:endParaRPr lang="es-ES"/>
        </a:p>
      </dgm:t>
    </dgm:pt>
    <dgm:pt modelId="{FED4085A-2B47-40EF-84E1-58A8B1BB2CD9}" type="sibTrans" cxnId="{3AF4AA8E-6E14-4BDB-A197-04ABE717EC0C}">
      <dgm:prSet/>
      <dgm:spPr/>
      <dgm:t>
        <a:bodyPr/>
        <a:lstStyle/>
        <a:p>
          <a:endParaRPr lang="es-ES"/>
        </a:p>
      </dgm:t>
    </dgm:pt>
    <dgm:pt modelId="{85F4A0E5-A3D3-47A6-A47D-84514597BDBB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DESPLEGAMOS UNA VERSION BÁSICA</a:t>
          </a:r>
        </a:p>
      </dgm:t>
    </dgm:pt>
    <dgm:pt modelId="{53A6567A-E6B3-413B-969D-59817A5490DB}" type="parTrans" cxnId="{B7B33B40-0349-4673-BF67-632D626832B9}">
      <dgm:prSet/>
      <dgm:spPr/>
      <dgm:t>
        <a:bodyPr/>
        <a:lstStyle/>
        <a:p>
          <a:endParaRPr lang="es-ES"/>
        </a:p>
      </dgm:t>
    </dgm:pt>
    <dgm:pt modelId="{1DCE036C-F6BA-492C-97AB-B81ADBD9EB49}" type="sibTrans" cxnId="{B7B33B40-0349-4673-BF67-632D626832B9}">
      <dgm:prSet/>
      <dgm:spPr/>
      <dgm:t>
        <a:bodyPr/>
        <a:lstStyle/>
        <a:p>
          <a:endParaRPr lang="es-ES"/>
        </a:p>
      </dgm:t>
    </dgm:pt>
    <dgm:pt modelId="{BE550E50-C224-49CE-BD5B-76106F79FF5A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COMPROBAMOS SU FUNCIONAMIENTO</a:t>
          </a:r>
        </a:p>
      </dgm:t>
    </dgm:pt>
    <dgm:pt modelId="{97869F83-17C7-4845-855A-1CCEC4CF8A56}" type="parTrans" cxnId="{ACCA2822-B101-41B0-8BC8-EBA232324F68}">
      <dgm:prSet/>
      <dgm:spPr/>
      <dgm:t>
        <a:bodyPr/>
        <a:lstStyle/>
        <a:p>
          <a:endParaRPr lang="es-ES"/>
        </a:p>
      </dgm:t>
    </dgm:pt>
    <dgm:pt modelId="{7C035371-8463-47B8-B42F-CB8A99B55AE2}" type="sibTrans" cxnId="{ACCA2822-B101-41B0-8BC8-EBA232324F68}">
      <dgm:prSet/>
      <dgm:spPr/>
      <dgm:t>
        <a:bodyPr/>
        <a:lstStyle/>
        <a:p>
          <a:endParaRPr lang="es-ES"/>
        </a:p>
      </dgm:t>
    </dgm:pt>
    <dgm:pt modelId="{5ADAF7EE-B82C-457B-85F0-EE933656FB5B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MEJORAMOS LO QUE YA TENEMOS</a:t>
          </a:r>
        </a:p>
      </dgm:t>
    </dgm:pt>
    <dgm:pt modelId="{18627ADC-44BB-424F-82E0-2FEE4D139FD4}" type="parTrans" cxnId="{A5AE559F-72EB-4B59-83B7-52723B31D124}">
      <dgm:prSet/>
      <dgm:spPr/>
      <dgm:t>
        <a:bodyPr/>
        <a:lstStyle/>
        <a:p>
          <a:endParaRPr lang="es-ES"/>
        </a:p>
      </dgm:t>
    </dgm:pt>
    <dgm:pt modelId="{1AF42DD5-DDF6-4390-9098-B6675433E662}" type="sibTrans" cxnId="{A5AE559F-72EB-4B59-83B7-52723B31D124}">
      <dgm:prSet/>
      <dgm:spPr/>
      <dgm:t>
        <a:bodyPr/>
        <a:lstStyle/>
        <a:p>
          <a:endParaRPr lang="es-ES"/>
        </a:p>
      </dgm:t>
    </dgm:pt>
    <dgm:pt modelId="{D6DB189B-FAC8-4B67-8B6D-17EF15BD1EB8}" type="pres">
      <dgm:prSet presAssocID="{5132D7ED-BAA4-474D-99D0-8E98F98C66C3}" presName="vert0" presStyleCnt="0">
        <dgm:presLayoutVars>
          <dgm:dir/>
          <dgm:animOne val="branch"/>
          <dgm:animLvl val="lvl"/>
        </dgm:presLayoutVars>
      </dgm:prSet>
      <dgm:spPr/>
    </dgm:pt>
    <dgm:pt modelId="{1FE27630-DD05-4486-9632-21DA86D4E3A8}" type="pres">
      <dgm:prSet presAssocID="{C0ACE8AA-DC8F-43AC-9483-A41D6BD2F131}" presName="thickLine" presStyleLbl="alignNode1" presStyleIdx="0" presStyleCnt="1"/>
      <dgm:spPr/>
    </dgm:pt>
    <dgm:pt modelId="{3DEEB288-2552-4AB3-AA56-E54F0B21B1B8}" type="pres">
      <dgm:prSet presAssocID="{C0ACE8AA-DC8F-43AC-9483-A41D6BD2F131}" presName="horz1" presStyleCnt="0"/>
      <dgm:spPr/>
    </dgm:pt>
    <dgm:pt modelId="{8D25D2DB-F0E2-4245-BCE9-EA125CDE7988}" type="pres">
      <dgm:prSet presAssocID="{C0ACE8AA-DC8F-43AC-9483-A41D6BD2F131}" presName="tx1" presStyleLbl="revTx" presStyleIdx="0" presStyleCnt="4"/>
      <dgm:spPr/>
    </dgm:pt>
    <dgm:pt modelId="{4E7106BE-6E2A-4FE3-81AD-4A2E22AA9592}" type="pres">
      <dgm:prSet presAssocID="{C0ACE8AA-DC8F-43AC-9483-A41D6BD2F131}" presName="vert1" presStyleCnt="0"/>
      <dgm:spPr/>
    </dgm:pt>
    <dgm:pt modelId="{2675EF89-553A-4926-8A96-86569B1BBA6F}" type="pres">
      <dgm:prSet presAssocID="{85F4A0E5-A3D3-47A6-A47D-84514597BDBB}" presName="vertSpace2a" presStyleCnt="0"/>
      <dgm:spPr/>
    </dgm:pt>
    <dgm:pt modelId="{52B950A6-2473-41CA-9A33-C20AC64929A5}" type="pres">
      <dgm:prSet presAssocID="{85F4A0E5-A3D3-47A6-A47D-84514597BDBB}" presName="horz2" presStyleCnt="0"/>
      <dgm:spPr/>
    </dgm:pt>
    <dgm:pt modelId="{189E18D3-236F-4A5D-8025-A1FCA4836894}" type="pres">
      <dgm:prSet presAssocID="{85F4A0E5-A3D3-47A6-A47D-84514597BDBB}" presName="horzSpace2" presStyleCnt="0"/>
      <dgm:spPr/>
    </dgm:pt>
    <dgm:pt modelId="{E1C5F213-6017-400A-B209-662779698817}" type="pres">
      <dgm:prSet presAssocID="{85F4A0E5-A3D3-47A6-A47D-84514597BDBB}" presName="tx2" presStyleLbl="revTx" presStyleIdx="1" presStyleCnt="4"/>
      <dgm:spPr/>
    </dgm:pt>
    <dgm:pt modelId="{03E5E02E-28B0-467F-8733-1CC02B1C434B}" type="pres">
      <dgm:prSet presAssocID="{85F4A0E5-A3D3-47A6-A47D-84514597BDBB}" presName="vert2" presStyleCnt="0"/>
      <dgm:spPr/>
    </dgm:pt>
    <dgm:pt modelId="{AFC7E7F5-EDE5-495B-B9CC-4FEB0CF32041}" type="pres">
      <dgm:prSet presAssocID="{85F4A0E5-A3D3-47A6-A47D-84514597BDBB}" presName="thinLine2b" presStyleLbl="callout" presStyleIdx="0" presStyleCnt="3"/>
      <dgm:spPr/>
    </dgm:pt>
    <dgm:pt modelId="{48C06E4A-876E-42BF-A8FA-7BEF52CB27ED}" type="pres">
      <dgm:prSet presAssocID="{85F4A0E5-A3D3-47A6-A47D-84514597BDBB}" presName="vertSpace2b" presStyleCnt="0"/>
      <dgm:spPr/>
    </dgm:pt>
    <dgm:pt modelId="{0C573E9C-E119-4326-A9E1-5CA7B8DA0AA3}" type="pres">
      <dgm:prSet presAssocID="{BE550E50-C224-49CE-BD5B-76106F79FF5A}" presName="horz2" presStyleCnt="0"/>
      <dgm:spPr/>
    </dgm:pt>
    <dgm:pt modelId="{78A9068A-8ACF-4293-BDFD-79BEF9D03E97}" type="pres">
      <dgm:prSet presAssocID="{BE550E50-C224-49CE-BD5B-76106F79FF5A}" presName="horzSpace2" presStyleCnt="0"/>
      <dgm:spPr/>
    </dgm:pt>
    <dgm:pt modelId="{9851B68B-DC4B-4FAA-A75E-F631CE52905F}" type="pres">
      <dgm:prSet presAssocID="{BE550E50-C224-49CE-BD5B-76106F79FF5A}" presName="tx2" presStyleLbl="revTx" presStyleIdx="2" presStyleCnt="4"/>
      <dgm:spPr/>
    </dgm:pt>
    <dgm:pt modelId="{D1BD4331-27D6-4CE7-A3B8-EF92A58A3DAF}" type="pres">
      <dgm:prSet presAssocID="{BE550E50-C224-49CE-BD5B-76106F79FF5A}" presName="vert2" presStyleCnt="0"/>
      <dgm:spPr/>
    </dgm:pt>
    <dgm:pt modelId="{C049BAF4-CA0E-4A41-86BC-532C462427FB}" type="pres">
      <dgm:prSet presAssocID="{BE550E50-C224-49CE-BD5B-76106F79FF5A}" presName="thinLine2b" presStyleLbl="callout" presStyleIdx="1" presStyleCnt="3"/>
      <dgm:spPr/>
    </dgm:pt>
    <dgm:pt modelId="{5444A21A-1425-4A93-B809-4630C11DF0F2}" type="pres">
      <dgm:prSet presAssocID="{BE550E50-C224-49CE-BD5B-76106F79FF5A}" presName="vertSpace2b" presStyleCnt="0"/>
      <dgm:spPr/>
    </dgm:pt>
    <dgm:pt modelId="{98D33E63-A144-4700-A3A2-834226552494}" type="pres">
      <dgm:prSet presAssocID="{5ADAF7EE-B82C-457B-85F0-EE933656FB5B}" presName="horz2" presStyleCnt="0"/>
      <dgm:spPr/>
    </dgm:pt>
    <dgm:pt modelId="{4EDE0F39-7351-4F5C-B662-CD0D6F995DAB}" type="pres">
      <dgm:prSet presAssocID="{5ADAF7EE-B82C-457B-85F0-EE933656FB5B}" presName="horzSpace2" presStyleCnt="0"/>
      <dgm:spPr/>
    </dgm:pt>
    <dgm:pt modelId="{8BB5E687-FA2B-4879-BEBE-D5915A60482D}" type="pres">
      <dgm:prSet presAssocID="{5ADAF7EE-B82C-457B-85F0-EE933656FB5B}" presName="tx2" presStyleLbl="revTx" presStyleIdx="3" presStyleCnt="4"/>
      <dgm:spPr/>
    </dgm:pt>
    <dgm:pt modelId="{2883C7A0-0CE4-4B2A-B7FE-7084D8F2D71B}" type="pres">
      <dgm:prSet presAssocID="{5ADAF7EE-B82C-457B-85F0-EE933656FB5B}" presName="vert2" presStyleCnt="0"/>
      <dgm:spPr/>
    </dgm:pt>
    <dgm:pt modelId="{0FA20F28-83FC-4DEE-B773-9112B333B5BE}" type="pres">
      <dgm:prSet presAssocID="{5ADAF7EE-B82C-457B-85F0-EE933656FB5B}" presName="thinLine2b" presStyleLbl="callout" presStyleIdx="2" presStyleCnt="3"/>
      <dgm:spPr/>
    </dgm:pt>
    <dgm:pt modelId="{D4E1563B-56F6-46F1-A324-3168B5E2D14E}" type="pres">
      <dgm:prSet presAssocID="{5ADAF7EE-B82C-457B-85F0-EE933656FB5B}" presName="vertSpace2b" presStyleCnt="0"/>
      <dgm:spPr/>
    </dgm:pt>
  </dgm:ptLst>
  <dgm:cxnLst>
    <dgm:cxn modelId="{A9E3CB1F-7DE3-4EB0-A80B-41EE3345D780}" type="presOf" srcId="{85F4A0E5-A3D3-47A6-A47D-84514597BDBB}" destId="{E1C5F213-6017-400A-B209-662779698817}" srcOrd="0" destOrd="0" presId="urn:microsoft.com/office/officeart/2008/layout/LinedList"/>
    <dgm:cxn modelId="{ACCA2822-B101-41B0-8BC8-EBA232324F68}" srcId="{C0ACE8AA-DC8F-43AC-9483-A41D6BD2F131}" destId="{BE550E50-C224-49CE-BD5B-76106F79FF5A}" srcOrd="1" destOrd="0" parTransId="{97869F83-17C7-4845-855A-1CCEC4CF8A56}" sibTransId="{7C035371-8463-47B8-B42F-CB8A99B55AE2}"/>
    <dgm:cxn modelId="{E27AB031-B3FD-4E6F-829B-552FA1253263}" type="presOf" srcId="{5132D7ED-BAA4-474D-99D0-8E98F98C66C3}" destId="{D6DB189B-FAC8-4B67-8B6D-17EF15BD1EB8}" srcOrd="0" destOrd="0" presId="urn:microsoft.com/office/officeart/2008/layout/LinedList"/>
    <dgm:cxn modelId="{B7B33B40-0349-4673-BF67-632D626832B9}" srcId="{C0ACE8AA-DC8F-43AC-9483-A41D6BD2F131}" destId="{85F4A0E5-A3D3-47A6-A47D-84514597BDBB}" srcOrd="0" destOrd="0" parTransId="{53A6567A-E6B3-413B-969D-59817A5490DB}" sibTransId="{1DCE036C-F6BA-492C-97AB-B81ADBD9EB49}"/>
    <dgm:cxn modelId="{21618847-F699-46A7-B823-7C649EEB1F2D}" type="presOf" srcId="{5ADAF7EE-B82C-457B-85F0-EE933656FB5B}" destId="{8BB5E687-FA2B-4879-BEBE-D5915A60482D}" srcOrd="0" destOrd="0" presId="urn:microsoft.com/office/officeart/2008/layout/LinedList"/>
    <dgm:cxn modelId="{AEFA3A85-FA60-4979-AA20-441367FC0440}" type="presOf" srcId="{BE550E50-C224-49CE-BD5B-76106F79FF5A}" destId="{9851B68B-DC4B-4FAA-A75E-F631CE52905F}" srcOrd="0" destOrd="0" presId="urn:microsoft.com/office/officeart/2008/layout/LinedList"/>
    <dgm:cxn modelId="{3AF4AA8E-6E14-4BDB-A197-04ABE717EC0C}" srcId="{5132D7ED-BAA4-474D-99D0-8E98F98C66C3}" destId="{C0ACE8AA-DC8F-43AC-9483-A41D6BD2F131}" srcOrd="0" destOrd="0" parTransId="{92CD613B-A8DE-46CC-BDB8-0F9F31F1BE3A}" sibTransId="{FED4085A-2B47-40EF-84E1-58A8B1BB2CD9}"/>
    <dgm:cxn modelId="{CE3DFA94-7705-470A-92A3-33CD6BAA7100}" type="presOf" srcId="{C0ACE8AA-DC8F-43AC-9483-A41D6BD2F131}" destId="{8D25D2DB-F0E2-4245-BCE9-EA125CDE7988}" srcOrd="0" destOrd="0" presId="urn:microsoft.com/office/officeart/2008/layout/LinedList"/>
    <dgm:cxn modelId="{A5AE559F-72EB-4B59-83B7-52723B31D124}" srcId="{C0ACE8AA-DC8F-43AC-9483-A41D6BD2F131}" destId="{5ADAF7EE-B82C-457B-85F0-EE933656FB5B}" srcOrd="2" destOrd="0" parTransId="{18627ADC-44BB-424F-82E0-2FEE4D139FD4}" sibTransId="{1AF42DD5-DDF6-4390-9098-B6675433E662}"/>
    <dgm:cxn modelId="{56080AAA-E8E1-4C04-9D83-F145E40D11B8}" type="presParOf" srcId="{D6DB189B-FAC8-4B67-8B6D-17EF15BD1EB8}" destId="{1FE27630-DD05-4486-9632-21DA86D4E3A8}" srcOrd="0" destOrd="0" presId="urn:microsoft.com/office/officeart/2008/layout/LinedList"/>
    <dgm:cxn modelId="{C1938185-A107-4D7A-9B87-D0153616BDD6}" type="presParOf" srcId="{D6DB189B-FAC8-4B67-8B6D-17EF15BD1EB8}" destId="{3DEEB288-2552-4AB3-AA56-E54F0B21B1B8}" srcOrd="1" destOrd="0" presId="urn:microsoft.com/office/officeart/2008/layout/LinedList"/>
    <dgm:cxn modelId="{E8D6B160-6F82-463B-A26E-560EA3062983}" type="presParOf" srcId="{3DEEB288-2552-4AB3-AA56-E54F0B21B1B8}" destId="{8D25D2DB-F0E2-4245-BCE9-EA125CDE7988}" srcOrd="0" destOrd="0" presId="urn:microsoft.com/office/officeart/2008/layout/LinedList"/>
    <dgm:cxn modelId="{21DCC24E-C091-4E35-A5A9-0B5C728501B5}" type="presParOf" srcId="{3DEEB288-2552-4AB3-AA56-E54F0B21B1B8}" destId="{4E7106BE-6E2A-4FE3-81AD-4A2E22AA9592}" srcOrd="1" destOrd="0" presId="urn:microsoft.com/office/officeart/2008/layout/LinedList"/>
    <dgm:cxn modelId="{AE19472B-65E4-42E2-91A2-96472533A14F}" type="presParOf" srcId="{4E7106BE-6E2A-4FE3-81AD-4A2E22AA9592}" destId="{2675EF89-553A-4926-8A96-86569B1BBA6F}" srcOrd="0" destOrd="0" presId="urn:microsoft.com/office/officeart/2008/layout/LinedList"/>
    <dgm:cxn modelId="{5950CEEF-3D1F-4AB8-9CB1-10BAA2083700}" type="presParOf" srcId="{4E7106BE-6E2A-4FE3-81AD-4A2E22AA9592}" destId="{52B950A6-2473-41CA-9A33-C20AC64929A5}" srcOrd="1" destOrd="0" presId="urn:microsoft.com/office/officeart/2008/layout/LinedList"/>
    <dgm:cxn modelId="{7B0336BE-7DC7-444C-918C-584976EF3217}" type="presParOf" srcId="{52B950A6-2473-41CA-9A33-C20AC64929A5}" destId="{189E18D3-236F-4A5D-8025-A1FCA4836894}" srcOrd="0" destOrd="0" presId="urn:microsoft.com/office/officeart/2008/layout/LinedList"/>
    <dgm:cxn modelId="{8BCD7439-3B61-4748-8B13-BD52838DFBED}" type="presParOf" srcId="{52B950A6-2473-41CA-9A33-C20AC64929A5}" destId="{E1C5F213-6017-400A-B209-662779698817}" srcOrd="1" destOrd="0" presId="urn:microsoft.com/office/officeart/2008/layout/LinedList"/>
    <dgm:cxn modelId="{7C25986A-813C-4296-9D39-5580143C682B}" type="presParOf" srcId="{52B950A6-2473-41CA-9A33-C20AC64929A5}" destId="{03E5E02E-28B0-467F-8733-1CC02B1C434B}" srcOrd="2" destOrd="0" presId="urn:microsoft.com/office/officeart/2008/layout/LinedList"/>
    <dgm:cxn modelId="{1F11EBB1-F0EA-41F5-ACBB-1E4E75CA00E4}" type="presParOf" srcId="{4E7106BE-6E2A-4FE3-81AD-4A2E22AA9592}" destId="{AFC7E7F5-EDE5-495B-B9CC-4FEB0CF32041}" srcOrd="2" destOrd="0" presId="urn:microsoft.com/office/officeart/2008/layout/LinedList"/>
    <dgm:cxn modelId="{0F594361-2BF0-4034-87BA-F6A97F8DA47F}" type="presParOf" srcId="{4E7106BE-6E2A-4FE3-81AD-4A2E22AA9592}" destId="{48C06E4A-876E-42BF-A8FA-7BEF52CB27ED}" srcOrd="3" destOrd="0" presId="urn:microsoft.com/office/officeart/2008/layout/LinedList"/>
    <dgm:cxn modelId="{948D24D3-AEC1-4DB2-BE66-480B9A4D82BE}" type="presParOf" srcId="{4E7106BE-6E2A-4FE3-81AD-4A2E22AA9592}" destId="{0C573E9C-E119-4326-A9E1-5CA7B8DA0AA3}" srcOrd="4" destOrd="0" presId="urn:microsoft.com/office/officeart/2008/layout/LinedList"/>
    <dgm:cxn modelId="{900D5303-6CF5-4044-8BEF-FF352B8BF427}" type="presParOf" srcId="{0C573E9C-E119-4326-A9E1-5CA7B8DA0AA3}" destId="{78A9068A-8ACF-4293-BDFD-79BEF9D03E97}" srcOrd="0" destOrd="0" presId="urn:microsoft.com/office/officeart/2008/layout/LinedList"/>
    <dgm:cxn modelId="{A7B608A8-41B9-48BE-B6F3-385BE59DD87C}" type="presParOf" srcId="{0C573E9C-E119-4326-A9E1-5CA7B8DA0AA3}" destId="{9851B68B-DC4B-4FAA-A75E-F631CE52905F}" srcOrd="1" destOrd="0" presId="urn:microsoft.com/office/officeart/2008/layout/LinedList"/>
    <dgm:cxn modelId="{87527678-0C8B-4497-910D-F74DC59E0C80}" type="presParOf" srcId="{0C573E9C-E119-4326-A9E1-5CA7B8DA0AA3}" destId="{D1BD4331-27D6-4CE7-A3B8-EF92A58A3DAF}" srcOrd="2" destOrd="0" presId="urn:microsoft.com/office/officeart/2008/layout/LinedList"/>
    <dgm:cxn modelId="{8CE6DAC3-F77A-43C7-8E4F-59855FD43B5D}" type="presParOf" srcId="{4E7106BE-6E2A-4FE3-81AD-4A2E22AA9592}" destId="{C049BAF4-CA0E-4A41-86BC-532C462427FB}" srcOrd="5" destOrd="0" presId="urn:microsoft.com/office/officeart/2008/layout/LinedList"/>
    <dgm:cxn modelId="{15CFF465-01A3-48DA-A746-4CBB33B5A0C9}" type="presParOf" srcId="{4E7106BE-6E2A-4FE3-81AD-4A2E22AA9592}" destId="{5444A21A-1425-4A93-B809-4630C11DF0F2}" srcOrd="6" destOrd="0" presId="urn:microsoft.com/office/officeart/2008/layout/LinedList"/>
    <dgm:cxn modelId="{03EEA5B7-33E7-41AA-A20E-1AA28CCE02DD}" type="presParOf" srcId="{4E7106BE-6E2A-4FE3-81AD-4A2E22AA9592}" destId="{98D33E63-A144-4700-A3A2-834226552494}" srcOrd="7" destOrd="0" presId="urn:microsoft.com/office/officeart/2008/layout/LinedList"/>
    <dgm:cxn modelId="{5AFDE286-6053-41CD-BAE2-07FEFA0147CA}" type="presParOf" srcId="{98D33E63-A144-4700-A3A2-834226552494}" destId="{4EDE0F39-7351-4F5C-B662-CD0D6F995DAB}" srcOrd="0" destOrd="0" presId="urn:microsoft.com/office/officeart/2008/layout/LinedList"/>
    <dgm:cxn modelId="{80A31F67-0848-41CE-AAEB-5D500ECEA8ED}" type="presParOf" srcId="{98D33E63-A144-4700-A3A2-834226552494}" destId="{8BB5E687-FA2B-4879-BEBE-D5915A60482D}" srcOrd="1" destOrd="0" presId="urn:microsoft.com/office/officeart/2008/layout/LinedList"/>
    <dgm:cxn modelId="{5911D681-4AB5-4C52-8BD5-7794A19EC1CD}" type="presParOf" srcId="{98D33E63-A144-4700-A3A2-834226552494}" destId="{2883C7A0-0CE4-4B2A-B7FE-7084D8F2D71B}" srcOrd="2" destOrd="0" presId="urn:microsoft.com/office/officeart/2008/layout/LinedList"/>
    <dgm:cxn modelId="{5853F01A-3369-4E16-952D-EA735DA9DEA3}" type="presParOf" srcId="{4E7106BE-6E2A-4FE3-81AD-4A2E22AA9592}" destId="{0FA20F28-83FC-4DEE-B773-9112B333B5BE}" srcOrd="8" destOrd="0" presId="urn:microsoft.com/office/officeart/2008/layout/LinedList"/>
    <dgm:cxn modelId="{14F67F25-CFEC-42B1-8E49-1EC1B80717B4}" type="presParOf" srcId="{4E7106BE-6E2A-4FE3-81AD-4A2E22AA9592}" destId="{D4E1563B-56F6-46F1-A324-3168B5E2D14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A7766-9092-4B0F-BE5E-077F0B6FB0BB}">
      <dsp:nvSpPr>
        <dsp:cNvPr id="0" name=""/>
        <dsp:cNvSpPr/>
      </dsp:nvSpPr>
      <dsp:spPr>
        <a:xfrm>
          <a:off x="-5995369" y="-917402"/>
          <a:ext cx="7137143" cy="7137143"/>
        </a:xfrm>
        <a:prstGeom prst="blockArc">
          <a:avLst>
            <a:gd name="adj1" fmla="val 18900000"/>
            <a:gd name="adj2" fmla="val 2700000"/>
            <a:gd name="adj3" fmla="val 303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16F4DD-CE9B-402B-9708-EC7EB001F638}">
      <dsp:nvSpPr>
        <dsp:cNvPr id="0" name=""/>
        <dsp:cNvSpPr/>
      </dsp:nvSpPr>
      <dsp:spPr>
        <a:xfrm>
          <a:off x="498968" y="331290"/>
          <a:ext cx="8406384" cy="663004"/>
        </a:xfrm>
        <a:prstGeom prst="rect">
          <a:avLst/>
        </a:prstGeom>
        <a:solidFill>
          <a:schemeClr val="accent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EXPLICANDO NUESTRA IDEA</a:t>
          </a:r>
        </a:p>
      </dsp:txBody>
      <dsp:txXfrm>
        <a:off x="498968" y="331290"/>
        <a:ext cx="8406384" cy="663004"/>
      </dsp:txXfrm>
    </dsp:sp>
    <dsp:sp modelId="{1E4970BC-12F5-4ADE-9ADE-8FAD3E48114F}">
      <dsp:nvSpPr>
        <dsp:cNvPr id="0" name=""/>
        <dsp:cNvSpPr/>
      </dsp:nvSpPr>
      <dsp:spPr>
        <a:xfrm>
          <a:off x="84590" y="248414"/>
          <a:ext cx="828755" cy="828755"/>
        </a:xfrm>
        <a:prstGeom prst="ellipse">
          <a:avLst/>
        </a:prstGeom>
        <a:solidFill>
          <a:schemeClr val="accent3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3FF732A-0203-41B9-8ADC-3BC3970FB75C}">
      <dsp:nvSpPr>
        <dsp:cNvPr id="0" name=""/>
        <dsp:cNvSpPr/>
      </dsp:nvSpPr>
      <dsp:spPr>
        <a:xfrm>
          <a:off x="974057" y="1325478"/>
          <a:ext cx="7931295" cy="663004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EVOLUCIÓN DE LAS REDES</a:t>
          </a:r>
        </a:p>
      </dsp:txBody>
      <dsp:txXfrm>
        <a:off x="974057" y="1325478"/>
        <a:ext cx="7931295" cy="663004"/>
      </dsp:txXfrm>
    </dsp:sp>
    <dsp:sp modelId="{49B0C728-BAEE-443F-83E7-7AEE78B16374}">
      <dsp:nvSpPr>
        <dsp:cNvPr id="0" name=""/>
        <dsp:cNvSpPr/>
      </dsp:nvSpPr>
      <dsp:spPr>
        <a:xfrm>
          <a:off x="559680" y="1242603"/>
          <a:ext cx="828755" cy="828755"/>
        </a:xfrm>
        <a:prstGeom prst="ellipse">
          <a:avLst/>
        </a:prstGeom>
        <a:solidFill>
          <a:schemeClr val="accent2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A6D787-BEF4-4980-9C20-CFD15854F9F9}">
      <dsp:nvSpPr>
        <dsp:cNvPr id="0" name=""/>
        <dsp:cNvSpPr/>
      </dsp:nvSpPr>
      <dsp:spPr>
        <a:xfrm>
          <a:off x="1119872" y="2319667"/>
          <a:ext cx="7785481" cy="663004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APORTACIÓN DE LA IA EN LA MONITORIZACIÓN</a:t>
          </a:r>
        </a:p>
      </dsp:txBody>
      <dsp:txXfrm>
        <a:off x="1119872" y="2319667"/>
        <a:ext cx="7785481" cy="663004"/>
      </dsp:txXfrm>
    </dsp:sp>
    <dsp:sp modelId="{EF91EDC1-24F0-4A18-A45A-CE18715FD802}">
      <dsp:nvSpPr>
        <dsp:cNvPr id="0" name=""/>
        <dsp:cNvSpPr/>
      </dsp:nvSpPr>
      <dsp:spPr>
        <a:xfrm>
          <a:off x="705494" y="2236791"/>
          <a:ext cx="828755" cy="82875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427F55-2132-4037-8AC7-C4560A0BB1E9}">
      <dsp:nvSpPr>
        <dsp:cNvPr id="0" name=""/>
        <dsp:cNvSpPr/>
      </dsp:nvSpPr>
      <dsp:spPr>
        <a:xfrm>
          <a:off x="974057" y="3313855"/>
          <a:ext cx="7931295" cy="663004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LEAN STARTUP</a:t>
          </a:r>
          <a:endParaRPr lang="es-ES" sz="2900" kern="1200" dirty="0"/>
        </a:p>
      </dsp:txBody>
      <dsp:txXfrm>
        <a:off x="974057" y="3313855"/>
        <a:ext cx="7931295" cy="663004"/>
      </dsp:txXfrm>
    </dsp:sp>
    <dsp:sp modelId="{69C0C7FC-736C-4E9C-AE46-F2741B0BEFDD}">
      <dsp:nvSpPr>
        <dsp:cNvPr id="0" name=""/>
        <dsp:cNvSpPr/>
      </dsp:nvSpPr>
      <dsp:spPr>
        <a:xfrm>
          <a:off x="559680" y="3230980"/>
          <a:ext cx="828755" cy="828755"/>
        </a:xfrm>
        <a:prstGeom prst="ellipse">
          <a:avLst/>
        </a:prstGeom>
        <a:solidFill>
          <a:schemeClr val="accent4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E9E7F9E-8A3E-4D6F-991C-D6438744AD85}">
      <dsp:nvSpPr>
        <dsp:cNvPr id="0" name=""/>
        <dsp:cNvSpPr/>
      </dsp:nvSpPr>
      <dsp:spPr>
        <a:xfrm>
          <a:off x="498968" y="4308044"/>
          <a:ext cx="8406384" cy="663004"/>
        </a:xfrm>
        <a:prstGeom prst="rect">
          <a:avLst/>
        </a:prstGeom>
        <a:solidFill>
          <a:schemeClr val="bg1">
            <a:lumMod val="8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ODS Y NUESTRO PROYECTO</a:t>
          </a:r>
          <a:endParaRPr lang="es-ES" sz="2900" kern="1200" dirty="0"/>
        </a:p>
      </dsp:txBody>
      <dsp:txXfrm>
        <a:off x="498968" y="4308044"/>
        <a:ext cx="8406384" cy="663004"/>
      </dsp:txXfrm>
    </dsp:sp>
    <dsp:sp modelId="{33B6BE4B-5F89-4FCF-93F6-CCFED185926B}">
      <dsp:nvSpPr>
        <dsp:cNvPr id="0" name=""/>
        <dsp:cNvSpPr/>
      </dsp:nvSpPr>
      <dsp:spPr>
        <a:xfrm>
          <a:off x="84590" y="4225168"/>
          <a:ext cx="828755" cy="828755"/>
        </a:xfrm>
        <a:prstGeom prst="ellipse">
          <a:avLst/>
        </a:prstGeom>
        <a:solidFill>
          <a:schemeClr val="bg1">
            <a:lumMod val="85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0B284-4D05-4245-920A-A8C1A719DEE3}">
      <dsp:nvSpPr>
        <dsp:cNvPr id="0" name=""/>
        <dsp:cNvSpPr/>
      </dsp:nvSpPr>
      <dsp:spPr>
        <a:xfrm>
          <a:off x="8722524" y="841613"/>
          <a:ext cx="212699" cy="3936620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6CC6E-4685-4386-96BF-D1C4E6B3290A}">
      <dsp:nvSpPr>
        <dsp:cNvPr id="0" name=""/>
        <dsp:cNvSpPr/>
      </dsp:nvSpPr>
      <dsp:spPr>
        <a:xfrm>
          <a:off x="210957" y="841613"/>
          <a:ext cx="5531981" cy="3936620"/>
        </a:xfrm>
        <a:prstGeom prst="frame">
          <a:avLst>
            <a:gd name="adj1" fmla="val 5450"/>
          </a:avLst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5CFFBD-281E-44F7-800D-AFAB6BC04307}">
      <dsp:nvSpPr>
        <dsp:cNvPr id="0" name=""/>
        <dsp:cNvSpPr/>
      </dsp:nvSpPr>
      <dsp:spPr>
        <a:xfrm>
          <a:off x="1742" y="372214"/>
          <a:ext cx="5312313" cy="3719118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FD0A5-3315-4267-BE7D-70DAF1EE9F40}">
      <dsp:nvSpPr>
        <dsp:cNvPr id="0" name=""/>
        <dsp:cNvSpPr/>
      </dsp:nvSpPr>
      <dsp:spPr>
        <a:xfrm>
          <a:off x="427232" y="4094946"/>
          <a:ext cx="5103007" cy="46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80010" rIns="21336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CONCEPTO DE MONITORIZACIÓN CLÁSICO</a:t>
          </a:r>
        </a:p>
      </dsp:txBody>
      <dsp:txXfrm>
        <a:off x="427232" y="4094946"/>
        <a:ext cx="5103007" cy="467280"/>
      </dsp:txXfrm>
    </dsp:sp>
    <dsp:sp modelId="{E09638BE-9AEA-4947-B4F7-F9657E8420BF}">
      <dsp:nvSpPr>
        <dsp:cNvPr id="0" name=""/>
        <dsp:cNvSpPr/>
      </dsp:nvSpPr>
      <dsp:spPr>
        <a:xfrm>
          <a:off x="5968151" y="841613"/>
          <a:ext cx="2529161" cy="3936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REQUIERE GRANDES GRUPOS DE PERSONAS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SE NECESITA GRAN VARIEDAD DE SOFTWARE Y HARDWARE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ES IMPOSIBLE DETECTAR TODOS LOS DATOS Y PAQUETES</a:t>
          </a:r>
        </a:p>
      </dsp:txBody>
      <dsp:txXfrm>
        <a:off x="5968151" y="841613"/>
        <a:ext cx="2529161" cy="3936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F145-CFE8-4E82-8A65-A43D563B0756}">
      <dsp:nvSpPr>
        <dsp:cNvPr id="0" name=""/>
        <dsp:cNvSpPr/>
      </dsp:nvSpPr>
      <dsp:spPr>
        <a:xfrm>
          <a:off x="8749530" y="941258"/>
          <a:ext cx="213315" cy="3948020"/>
        </a:xfrm>
        <a:prstGeom prst="rect">
          <a:avLst/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E7F2E-0AE1-401F-9AAA-7315D2FC2486}">
      <dsp:nvSpPr>
        <dsp:cNvPr id="0" name=""/>
        <dsp:cNvSpPr/>
      </dsp:nvSpPr>
      <dsp:spPr>
        <a:xfrm>
          <a:off x="213315" y="941258"/>
          <a:ext cx="5548001" cy="3948020"/>
        </a:xfrm>
        <a:prstGeom prst="frame">
          <a:avLst>
            <a:gd name="adj1" fmla="val 5450"/>
          </a:avLst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283E2-B8BF-4B96-A630-A96E0763CC87}">
      <dsp:nvSpPr>
        <dsp:cNvPr id="0" name=""/>
        <dsp:cNvSpPr/>
      </dsp:nvSpPr>
      <dsp:spPr>
        <a:xfrm>
          <a:off x="0" y="468203"/>
          <a:ext cx="5334685" cy="373448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2000" r="-1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BF53B-B2E0-4DB4-95C4-167DBC84CCE4}">
      <dsp:nvSpPr>
        <dsp:cNvPr id="0" name=""/>
        <dsp:cNvSpPr/>
      </dsp:nvSpPr>
      <dsp:spPr>
        <a:xfrm>
          <a:off x="430216" y="4204012"/>
          <a:ext cx="5117785" cy="46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80010" rIns="21336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NUESTRO MODELO ASISTIDO POR IA</a:t>
          </a:r>
        </a:p>
      </dsp:txBody>
      <dsp:txXfrm>
        <a:off x="430216" y="4204012"/>
        <a:ext cx="5117785" cy="468633"/>
      </dsp:txXfrm>
    </dsp:sp>
    <dsp:sp modelId="{07A6AB3E-2031-473B-BDBA-816EC25F03D5}">
      <dsp:nvSpPr>
        <dsp:cNvPr id="0" name=""/>
        <dsp:cNvSpPr/>
      </dsp:nvSpPr>
      <dsp:spPr>
        <a:xfrm>
          <a:off x="5987181" y="941258"/>
          <a:ext cx="2536485" cy="3948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ANALISIS EFICIENTE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REDUCCIÓN DE HARDWARE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ANALIZA PATRONES Y LO MEJORA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OPTIMIZA TRÁFICO Y RECURSOS</a:t>
          </a:r>
        </a:p>
      </dsp:txBody>
      <dsp:txXfrm>
        <a:off x="5987181" y="941258"/>
        <a:ext cx="2536485" cy="39480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3E4E6-60F1-461B-ABA5-4C3913D3BE08}">
      <dsp:nvSpPr>
        <dsp:cNvPr id="0" name=""/>
        <dsp:cNvSpPr/>
      </dsp:nvSpPr>
      <dsp:spPr>
        <a:xfrm>
          <a:off x="2044764" y="4240122"/>
          <a:ext cx="450367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627B1-1175-4CDC-8913-BAD832320BB5}">
      <dsp:nvSpPr>
        <dsp:cNvPr id="0" name=""/>
        <dsp:cNvSpPr/>
      </dsp:nvSpPr>
      <dsp:spPr>
        <a:xfrm>
          <a:off x="2044764" y="2670115"/>
          <a:ext cx="3857732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F7A9AB-F9A1-4E36-9EFB-CA9A227308EA}">
      <dsp:nvSpPr>
        <dsp:cNvPr id="0" name=""/>
        <dsp:cNvSpPr/>
      </dsp:nvSpPr>
      <dsp:spPr>
        <a:xfrm flipV="1">
          <a:off x="3514607" y="840951"/>
          <a:ext cx="1563992" cy="518312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F72565-2E6C-4BD0-8D55-42D12D36264C}">
      <dsp:nvSpPr>
        <dsp:cNvPr id="0" name=""/>
        <dsp:cNvSpPr/>
      </dsp:nvSpPr>
      <dsp:spPr>
        <a:xfrm>
          <a:off x="198413" y="427247"/>
          <a:ext cx="3692701" cy="448573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50000" r="-5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26347-FA2A-48E5-B636-3A30AB0CF5A9}">
      <dsp:nvSpPr>
        <dsp:cNvPr id="0" name=""/>
        <dsp:cNvSpPr/>
      </dsp:nvSpPr>
      <dsp:spPr>
        <a:xfrm>
          <a:off x="609329" y="2809172"/>
          <a:ext cx="2870870" cy="14802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600" kern="1200" dirty="0"/>
            <a:t>EVOLUCION DE LA RED</a:t>
          </a:r>
        </a:p>
      </dsp:txBody>
      <dsp:txXfrm>
        <a:off x="609329" y="2809172"/>
        <a:ext cx="2870870" cy="1480292"/>
      </dsp:txXfrm>
    </dsp:sp>
    <dsp:sp modelId="{09699318-6B30-49B9-BDC4-E8C13638B3E5}">
      <dsp:nvSpPr>
        <dsp:cNvPr id="0" name=""/>
        <dsp:cNvSpPr/>
      </dsp:nvSpPr>
      <dsp:spPr>
        <a:xfrm>
          <a:off x="4608492" y="231297"/>
          <a:ext cx="1345720" cy="134572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1E240-BE6C-469E-B840-811F2C0C4282}">
      <dsp:nvSpPr>
        <dsp:cNvPr id="0" name=""/>
        <dsp:cNvSpPr/>
      </dsp:nvSpPr>
      <dsp:spPr>
        <a:xfrm>
          <a:off x="6143041" y="314233"/>
          <a:ext cx="1551685" cy="996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0" rIns="45720" bIns="0" numCol="1" spcCol="1270" anchor="ctr" anchorCtr="0">
          <a:noAutofit/>
        </a:bodyPr>
        <a:lstStyle/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DISRUPTIVA: APARICIÓN DE INTERNET. CAMBIÓ LA FORMA EN LA QUE NOS COMUNICAMOS</a:t>
          </a:r>
        </a:p>
      </dsp:txBody>
      <dsp:txXfrm>
        <a:off x="6143041" y="314233"/>
        <a:ext cx="1551685" cy="996963"/>
      </dsp:txXfrm>
    </dsp:sp>
    <dsp:sp modelId="{396FB56E-D675-4C5B-B0E5-6112CA3437AC}">
      <dsp:nvSpPr>
        <dsp:cNvPr id="0" name=""/>
        <dsp:cNvSpPr/>
      </dsp:nvSpPr>
      <dsp:spPr>
        <a:xfrm>
          <a:off x="5229636" y="1997254"/>
          <a:ext cx="1345720" cy="1345720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34AE4D-7010-47AA-914E-291424833738}">
      <dsp:nvSpPr>
        <dsp:cNvPr id="0" name=""/>
        <dsp:cNvSpPr/>
      </dsp:nvSpPr>
      <dsp:spPr>
        <a:xfrm>
          <a:off x="6575356" y="1997254"/>
          <a:ext cx="2197277" cy="134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0" rIns="4572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INCREMENTAL: REDES WIFI. CAMBIO LA MOVILIDAD Y PORTABILIDAD DE LA RED</a:t>
          </a:r>
        </a:p>
      </dsp:txBody>
      <dsp:txXfrm>
        <a:off x="6575356" y="1997254"/>
        <a:ext cx="2197277" cy="1345720"/>
      </dsp:txXfrm>
    </dsp:sp>
    <dsp:sp modelId="{39312017-0B16-4296-83E3-7524C867135E}">
      <dsp:nvSpPr>
        <dsp:cNvPr id="0" name=""/>
        <dsp:cNvSpPr/>
      </dsp:nvSpPr>
      <dsp:spPr>
        <a:xfrm>
          <a:off x="5457574" y="3554195"/>
          <a:ext cx="1345720" cy="1345720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B72B3-4649-48A8-97AC-4C080614D037}">
      <dsp:nvSpPr>
        <dsp:cNvPr id="0" name=""/>
        <dsp:cNvSpPr/>
      </dsp:nvSpPr>
      <dsp:spPr>
        <a:xfrm>
          <a:off x="6907794" y="3606449"/>
          <a:ext cx="1551753" cy="134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0" rIns="45720" bIns="0" numCol="1" spcCol="1270" anchor="ctr" anchorCtr="0">
          <a:noAutofit/>
        </a:bodyPr>
        <a:lstStyle/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RADICAL: VIDEOLLAMADAS. AÑADIO LA CAPACIDAD DEL VIDEO A LAS LLAMADAS</a:t>
          </a:r>
        </a:p>
      </dsp:txBody>
      <dsp:txXfrm>
        <a:off x="6907794" y="3606449"/>
        <a:ext cx="1551753" cy="13457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27630-DD05-4486-9632-21DA86D4E3A8}">
      <dsp:nvSpPr>
        <dsp:cNvPr id="0" name=""/>
        <dsp:cNvSpPr/>
      </dsp:nvSpPr>
      <dsp:spPr>
        <a:xfrm>
          <a:off x="0" y="0"/>
          <a:ext cx="29703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5D2DB-F0E2-4245-BCE9-EA125CDE7988}">
      <dsp:nvSpPr>
        <dsp:cNvPr id="0" name=""/>
        <dsp:cNvSpPr/>
      </dsp:nvSpPr>
      <dsp:spPr>
        <a:xfrm>
          <a:off x="0" y="0"/>
          <a:ext cx="594072" cy="406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2">
                  <a:lumMod val="75000"/>
                </a:schemeClr>
              </a:solidFill>
            </a:rPr>
            <a:t>NUESTRO PROCESO</a:t>
          </a:r>
        </a:p>
      </dsp:txBody>
      <dsp:txXfrm>
        <a:off x="0" y="0"/>
        <a:ext cx="594072" cy="4064000"/>
      </dsp:txXfrm>
    </dsp:sp>
    <dsp:sp modelId="{E1C5F213-6017-400A-B209-662779698817}">
      <dsp:nvSpPr>
        <dsp:cNvPr id="0" name=""/>
        <dsp:cNvSpPr/>
      </dsp:nvSpPr>
      <dsp:spPr>
        <a:xfrm>
          <a:off x="638627" y="63500"/>
          <a:ext cx="2331734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DESPLEGAMOS UNA VERSION BÁSICA</a:t>
          </a:r>
        </a:p>
      </dsp:txBody>
      <dsp:txXfrm>
        <a:off x="638627" y="63500"/>
        <a:ext cx="2331734" cy="1269999"/>
      </dsp:txXfrm>
    </dsp:sp>
    <dsp:sp modelId="{AFC7E7F5-EDE5-495B-B9CC-4FEB0CF32041}">
      <dsp:nvSpPr>
        <dsp:cNvPr id="0" name=""/>
        <dsp:cNvSpPr/>
      </dsp:nvSpPr>
      <dsp:spPr>
        <a:xfrm>
          <a:off x="594072" y="1333499"/>
          <a:ext cx="23762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1B68B-DC4B-4FAA-A75E-F631CE52905F}">
      <dsp:nvSpPr>
        <dsp:cNvPr id="0" name=""/>
        <dsp:cNvSpPr/>
      </dsp:nvSpPr>
      <dsp:spPr>
        <a:xfrm>
          <a:off x="638627" y="1396999"/>
          <a:ext cx="2331734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COMPROBAMOS SU FUNCIONAMIENTO</a:t>
          </a:r>
        </a:p>
      </dsp:txBody>
      <dsp:txXfrm>
        <a:off x="638627" y="1396999"/>
        <a:ext cx="2331734" cy="1269999"/>
      </dsp:txXfrm>
    </dsp:sp>
    <dsp:sp modelId="{C049BAF4-CA0E-4A41-86BC-532C462427FB}">
      <dsp:nvSpPr>
        <dsp:cNvPr id="0" name=""/>
        <dsp:cNvSpPr/>
      </dsp:nvSpPr>
      <dsp:spPr>
        <a:xfrm>
          <a:off x="594072" y="2666999"/>
          <a:ext cx="23762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5E687-FA2B-4879-BEBE-D5915A60482D}">
      <dsp:nvSpPr>
        <dsp:cNvPr id="0" name=""/>
        <dsp:cNvSpPr/>
      </dsp:nvSpPr>
      <dsp:spPr>
        <a:xfrm>
          <a:off x="638627" y="2730499"/>
          <a:ext cx="2331734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MEJORAMOS LO QUE YA TENEMOS</a:t>
          </a:r>
        </a:p>
      </dsp:txBody>
      <dsp:txXfrm>
        <a:off x="638627" y="2730499"/>
        <a:ext cx="2331734" cy="1269999"/>
      </dsp:txXfrm>
    </dsp:sp>
    <dsp:sp modelId="{0FA20F28-83FC-4DEE-B773-9112B333B5BE}">
      <dsp:nvSpPr>
        <dsp:cNvPr id="0" name=""/>
        <dsp:cNvSpPr/>
      </dsp:nvSpPr>
      <dsp:spPr>
        <a:xfrm>
          <a:off x="594072" y="4000499"/>
          <a:ext cx="23762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812" y="171091"/>
            <a:ext cx="7772400" cy="1676759"/>
          </a:xfrm>
        </p:spPr>
        <p:txBody>
          <a:bodyPr>
            <a:normAutofit fontScale="90000"/>
          </a:bodyPr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MONITORIZACIÓN Y OPTIMIZACIÓN DE REDES MEDIANTE AGENTES DE IA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>
              <a:defRPr sz="2400">
                <a:solidFill>
                  <a:srgbClr val="009FE3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PEDRO ARZA</a:t>
            </a:r>
          </a:p>
          <a:p>
            <a:pPr>
              <a:defRPr sz="2400">
                <a:solidFill>
                  <a:srgbClr val="009FE3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ALEJANDRO SAINZ</a:t>
            </a:r>
          </a:p>
          <a:p>
            <a:pPr>
              <a:defRPr sz="2400">
                <a:solidFill>
                  <a:srgbClr val="009FE3"/>
                </a:solidFill>
              </a:defRPr>
            </a:pPr>
            <a:endParaRPr lang="es-ES" dirty="0">
              <a:solidFill>
                <a:schemeClr val="bg1"/>
              </a:solidFill>
            </a:endParaRPr>
          </a:p>
          <a:p>
            <a:pPr>
              <a:defRPr sz="2400">
                <a:solidFill>
                  <a:srgbClr val="009FE3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IPPE II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t>Conceptos clave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BE9EEB7-2BD8-71CE-8C23-4359CEDC9E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3041534"/>
              </p:ext>
            </p:extLst>
          </p:nvPr>
        </p:nvGraphicFramePr>
        <p:xfrm>
          <a:off x="0" y="1417637"/>
          <a:ext cx="8980098" cy="5302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NUESTRA IDEA, EN QUE SE BASA</a:t>
            </a:r>
            <a:endParaRPr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6D880D87-E27A-08C5-C1DE-DA11FA3A20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523098"/>
              </p:ext>
            </p:extLst>
          </p:nvPr>
        </p:nvGraphicFramePr>
        <p:xfrm>
          <a:off x="120770" y="1233577"/>
          <a:ext cx="8936966" cy="5150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QUE APORTA NUESTRO PLAN</a:t>
            </a:r>
            <a:endParaRPr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2D3CB137-8CF6-125F-FD35-5D4EADB992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9893993"/>
              </p:ext>
            </p:extLst>
          </p:nvPr>
        </p:nvGraphicFramePr>
        <p:xfrm>
          <a:off x="94890" y="1397000"/>
          <a:ext cx="8962846" cy="5357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EVOLUCIÓN DE LAS REDES</a:t>
            </a:r>
            <a:endParaRPr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127EA5AE-B45B-F96F-D542-FC4ACAC13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713722"/>
              </p:ext>
            </p:extLst>
          </p:nvPr>
        </p:nvGraphicFramePr>
        <p:xfrm>
          <a:off x="77639" y="1397000"/>
          <a:ext cx="8971470" cy="5340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MODELO LIEAN STARTUP</a:t>
            </a:r>
            <a:endParaRPr dirty="0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D5E1B047-10BA-DF63-965F-413307D6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74" y="1417638"/>
            <a:ext cx="5457645" cy="4233503"/>
          </a:xfrm>
          <a:prstGeom prst="rect">
            <a:avLst/>
          </a:prstGeom>
          <a:effectLst>
            <a:outerShdw blurRad="533400" dist="38100" dir="8100000" sx="104000" sy="104000" algn="tr" rotWithShape="0">
              <a:schemeClr val="accent6"/>
            </a:outerShdw>
          </a:effectLst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0939E64E-D8E0-BDBE-850E-7AAB14D916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6362992"/>
              </p:ext>
            </p:extLst>
          </p:nvPr>
        </p:nvGraphicFramePr>
        <p:xfrm>
          <a:off x="5907657" y="1587141"/>
          <a:ext cx="297036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NUESTRO PROYECTO Y LOS ODS</a:t>
            </a:r>
            <a:endParaRPr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EDEB5ECC-B50B-6910-9FB3-76E503D2CCAA}"/>
              </a:ext>
            </a:extLst>
          </p:cNvPr>
          <p:cNvSpPr/>
          <p:nvPr/>
        </p:nvSpPr>
        <p:spPr>
          <a:xfrm>
            <a:off x="0" y="2490159"/>
            <a:ext cx="8100204" cy="569343"/>
          </a:xfrm>
          <a:prstGeom prst="homePlat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>
                <a:solidFill>
                  <a:schemeClr val="tx1"/>
                </a:solidFill>
              </a:rPr>
              <a:t>ODS 1</a:t>
            </a:r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C982AA2A-D0F5-F88E-5E73-4C19E428284B}"/>
              </a:ext>
            </a:extLst>
          </p:cNvPr>
          <p:cNvSpPr/>
          <p:nvPr/>
        </p:nvSpPr>
        <p:spPr>
          <a:xfrm>
            <a:off x="0" y="3226280"/>
            <a:ext cx="8338868" cy="569343"/>
          </a:xfrm>
          <a:prstGeom prst="homePlat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/>
              <a:t>ODS 8</a:t>
            </a:r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30086C6E-6F0C-BEC5-8029-42775432F694}"/>
              </a:ext>
            </a:extLst>
          </p:cNvPr>
          <p:cNvSpPr/>
          <p:nvPr/>
        </p:nvSpPr>
        <p:spPr>
          <a:xfrm>
            <a:off x="0" y="3930770"/>
            <a:ext cx="8617789" cy="569343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>
                <a:solidFill>
                  <a:schemeClr val="tx1"/>
                </a:solidFill>
              </a:rPr>
              <a:t>ODS 9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F159E0A3-A86C-788E-C3F1-AA274DE7C106}"/>
              </a:ext>
            </a:extLst>
          </p:cNvPr>
          <p:cNvSpPr/>
          <p:nvPr/>
        </p:nvSpPr>
        <p:spPr>
          <a:xfrm>
            <a:off x="0" y="4666891"/>
            <a:ext cx="8922589" cy="569343"/>
          </a:xfrm>
          <a:prstGeom prst="homePlat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>
                <a:solidFill>
                  <a:schemeClr val="tx1"/>
                </a:solidFill>
              </a:rPr>
              <a:t>ODS 11</a:t>
            </a:r>
          </a:p>
        </p:txBody>
      </p:sp>
      <p:sp>
        <p:nvSpPr>
          <p:cNvPr id="10" name="Flecha: pentágono 9">
            <a:extLst>
              <a:ext uri="{FF2B5EF4-FFF2-40B4-BE49-F238E27FC236}">
                <a16:creationId xmlns:a16="http://schemas.microsoft.com/office/drawing/2014/main" id="{51885382-6028-4F97-CAA2-48CBB88356AF}"/>
              </a:ext>
            </a:extLst>
          </p:cNvPr>
          <p:cNvSpPr/>
          <p:nvPr/>
        </p:nvSpPr>
        <p:spPr>
          <a:xfrm>
            <a:off x="1" y="5388634"/>
            <a:ext cx="9144000" cy="569343"/>
          </a:xfrm>
          <a:prstGeom prst="homePlate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/>
              <a:t>ODS 12</a:t>
            </a:r>
          </a:p>
        </p:txBody>
      </p:sp>
      <p:pic>
        <p:nvPicPr>
          <p:cNvPr id="12" name="Imagen 11" descr="Sitio web&#10;&#10;El contenido generado por IA puede ser incorrecto.">
            <a:extLst>
              <a:ext uri="{FF2B5EF4-FFF2-40B4-BE49-F238E27FC236}">
                <a16:creationId xmlns:a16="http://schemas.microsoft.com/office/drawing/2014/main" id="{57F41AC5-C28F-C679-AA8E-79267DEAA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90159"/>
            <a:ext cx="6357992" cy="34678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171</Words>
  <Application>Microsoft Office PowerPoint</Application>
  <PresentationFormat>Presentación en pantalla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MONITORIZACIÓN Y OPTIMIZACIÓN DE REDES MEDIANTE AGENTES DE IA</vt:lpstr>
      <vt:lpstr>Conceptos clave</vt:lpstr>
      <vt:lpstr>NUESTRA IDEA, EN QUE SE BASA</vt:lpstr>
      <vt:lpstr>QUE APORTA NUESTRO PLAN</vt:lpstr>
      <vt:lpstr>EVOLUCIÓN DE LAS REDES</vt:lpstr>
      <vt:lpstr>MODELO LIEAN STARTUP</vt:lpstr>
      <vt:lpstr>NUESTRO PROYECTO Y LOS ODS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</dc:creator>
  <cp:keywords/>
  <dc:description>generated using python-pptx</dc:description>
  <cp:lastModifiedBy>Alex</cp:lastModifiedBy>
  <cp:revision>3</cp:revision>
  <dcterms:created xsi:type="dcterms:W3CDTF">2013-01-27T09:14:16Z</dcterms:created>
  <dcterms:modified xsi:type="dcterms:W3CDTF">2025-11-11T20:20:09Z</dcterms:modified>
  <cp:category/>
</cp:coreProperties>
</file>